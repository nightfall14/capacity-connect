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6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move the slide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C9BFCEB-8C8D-4CD8-BF16-46BEDA59481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4038480" y="857160"/>
            <a:ext cx="4112640" cy="231228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1320" cy="26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22"/>
          </p:nvPr>
        </p:nvSpPr>
        <p:spPr>
          <a:xfrm>
            <a:off x="6905520" y="6513480"/>
            <a:ext cx="52812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BDD7B6E-A4AA-446D-8579-F122BA0F299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4038480" y="857160"/>
            <a:ext cx="4112640" cy="231228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1320" cy="26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23"/>
          </p:nvPr>
        </p:nvSpPr>
        <p:spPr>
          <a:xfrm>
            <a:off x="6905520" y="6513480"/>
            <a:ext cx="5281200" cy="34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32E32A4-629C-417D-AED3-A965F814312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/>
          <p:cNvSpPr/>
          <p:nvPr/>
        </p:nvSpPr>
        <p:spPr>
          <a:xfrm>
            <a:off x="0" y="6377400"/>
            <a:ext cx="12189960" cy="478440"/>
          </a:xfrm>
          <a:custGeom>
            <a:avLst/>
            <a:gdLst>
              <a:gd name="textAreaLeft" fmla="*/ 0 w 12189960"/>
              <a:gd name="textAreaRight" fmla="*/ 12192120 w 12189960"/>
              <a:gd name="textAreaTop" fmla="*/ 0 h 478440"/>
              <a:gd name="textAreaBottom" fmla="*/ 480600 h 478440"/>
            </a:gdLst>
            <a:ahLst/>
            <a:cxnLst/>
            <a:rect l="textAreaLeft" t="textAreaTop" r="textAreaRight" b="textAreaBottom"/>
            <a:pathLst>
              <a:path w="12192000" h="480695">
                <a:moveTo>
                  <a:pt x="12191758" y="0"/>
                </a:moveTo>
                <a:lnTo>
                  <a:pt x="0" y="0"/>
                </a:lnTo>
                <a:lnTo>
                  <a:pt x="0" y="480250"/>
                </a:lnTo>
                <a:lnTo>
                  <a:pt x="12191758" y="480250"/>
                </a:lnTo>
                <a:lnTo>
                  <a:pt x="12191758" y="0"/>
                </a:lnTo>
                <a:close/>
              </a:path>
            </a:pathLst>
          </a:custGeom>
          <a:solidFill>
            <a:srgbClr val="7F7F7F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bg object 17"/>
          <p:cNvSpPr/>
          <p:nvPr/>
        </p:nvSpPr>
        <p:spPr>
          <a:xfrm>
            <a:off x="0" y="6354360"/>
            <a:ext cx="12189960" cy="500760"/>
          </a:xfrm>
          <a:custGeom>
            <a:avLst/>
            <a:gdLst>
              <a:gd name="textAreaLeft" fmla="*/ 0 w 12189960"/>
              <a:gd name="textAreaRight" fmla="*/ 12192120 w 12189960"/>
              <a:gd name="textAreaTop" fmla="*/ 0 h 500760"/>
              <a:gd name="textAreaBottom" fmla="*/ 502920 h 500760"/>
            </a:gdLst>
            <a:ahLst/>
            <a:cxnLst/>
            <a:rect l="textAreaLeft" t="textAreaTop" r="textAreaRight" b="textAreaBottom"/>
            <a:pathLst>
              <a:path w="12192000" h="502920">
                <a:moveTo>
                  <a:pt x="12191758" y="0"/>
                </a:moveTo>
                <a:lnTo>
                  <a:pt x="0" y="0"/>
                </a:lnTo>
                <a:lnTo>
                  <a:pt x="0" y="502919"/>
                </a:lnTo>
                <a:lnTo>
                  <a:pt x="6095885" y="502919"/>
                </a:lnTo>
                <a:lnTo>
                  <a:pt x="12191758" y="502919"/>
                </a:lnTo>
                <a:lnTo>
                  <a:pt x="12191758" y="0"/>
                </a:lnTo>
                <a:close/>
              </a:path>
            </a:pathLst>
          </a:cu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760" y="2126160"/>
            <a:ext cx="1036656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4147560" y="6378120"/>
            <a:ext cx="390132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2"/>
          </p:nvPr>
        </p:nvSpPr>
        <p:spPr>
          <a:xfrm>
            <a:off x="609840" y="6378120"/>
            <a:ext cx="280332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sldNum" idx="3"/>
          </p:nvPr>
        </p:nvSpPr>
        <p:spPr>
          <a:xfrm>
            <a:off x="11361240" y="6422400"/>
            <a:ext cx="178200" cy="22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8160" indent="0" algn="l">
              <a:lnSpc>
                <a:spcPct val="100000"/>
              </a:lnSpc>
              <a:spcBef>
                <a:spcPts val="119"/>
              </a:spcBef>
              <a:buNone/>
              <a:tabLst>
                <a:tab pos="0" algn="l"/>
              </a:tabLst>
              <a:defRPr lang="en-US" sz="1200" b="1" u="none" spc="-51" strike="noStrike">
                <a:solidFill>
                  <a:schemeClr val="lt1"/>
                </a:solidFill>
                <a:effectLst/>
                <a:uFillTx/>
                <a:latin typeface="Courier New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19"/>
              </a:spcBef>
              <a:buNone/>
              <a:tabLst>
                <a:tab pos="0" algn="l"/>
              </a:tabLst>
            </a:pPr>
            <a:fld id="{DF7E9D3E-1CB4-4229-BC20-29D47352461C}" type="slidenum">
              <a:rPr lang="en-US" sz="1200" b="1" u="none" spc="-51" strike="noStrike">
                <a:solidFill>
                  <a:schemeClr val="lt1"/>
                </a:solidFill>
                <a:effectLst/>
                <a:uFillTx/>
                <a:latin typeface="Courier New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g object 16"/>
          <p:cNvSpPr/>
          <p:nvPr/>
        </p:nvSpPr>
        <p:spPr>
          <a:xfrm>
            <a:off x="0" y="6377400"/>
            <a:ext cx="12189960" cy="478440"/>
          </a:xfrm>
          <a:custGeom>
            <a:avLst/>
            <a:gdLst>
              <a:gd name="textAreaLeft" fmla="*/ 0 w 12189960"/>
              <a:gd name="textAreaRight" fmla="*/ 12192120 w 12189960"/>
              <a:gd name="textAreaTop" fmla="*/ 0 h 478440"/>
              <a:gd name="textAreaBottom" fmla="*/ 480600 h 478440"/>
            </a:gdLst>
            <a:ahLst/>
            <a:cxnLst/>
            <a:rect l="textAreaLeft" t="textAreaTop" r="textAreaRight" b="textAreaBottom"/>
            <a:pathLst>
              <a:path w="12192000" h="480695">
                <a:moveTo>
                  <a:pt x="12191758" y="0"/>
                </a:moveTo>
                <a:lnTo>
                  <a:pt x="0" y="0"/>
                </a:lnTo>
                <a:lnTo>
                  <a:pt x="0" y="480250"/>
                </a:lnTo>
                <a:lnTo>
                  <a:pt x="12191758" y="480250"/>
                </a:lnTo>
                <a:lnTo>
                  <a:pt x="12191758" y="0"/>
                </a:lnTo>
                <a:close/>
              </a:path>
            </a:pathLst>
          </a:custGeom>
          <a:solidFill>
            <a:srgbClr val="7F7F7F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bg object 17"/>
          <p:cNvSpPr/>
          <p:nvPr/>
        </p:nvSpPr>
        <p:spPr>
          <a:xfrm>
            <a:off x="0" y="6354360"/>
            <a:ext cx="12189960" cy="500760"/>
          </a:xfrm>
          <a:custGeom>
            <a:avLst/>
            <a:gdLst>
              <a:gd name="textAreaLeft" fmla="*/ 0 w 12189960"/>
              <a:gd name="textAreaRight" fmla="*/ 12192120 w 12189960"/>
              <a:gd name="textAreaTop" fmla="*/ 0 h 500760"/>
              <a:gd name="textAreaBottom" fmla="*/ 502920 h 500760"/>
            </a:gdLst>
            <a:ahLst/>
            <a:cxnLst/>
            <a:rect l="textAreaLeft" t="textAreaTop" r="textAreaRight" b="textAreaBottom"/>
            <a:pathLst>
              <a:path w="12192000" h="502920">
                <a:moveTo>
                  <a:pt x="12191758" y="0"/>
                </a:moveTo>
                <a:lnTo>
                  <a:pt x="0" y="0"/>
                </a:lnTo>
                <a:lnTo>
                  <a:pt x="0" y="502919"/>
                </a:lnTo>
                <a:lnTo>
                  <a:pt x="6095885" y="502919"/>
                </a:lnTo>
                <a:lnTo>
                  <a:pt x="12191758" y="502919"/>
                </a:lnTo>
                <a:lnTo>
                  <a:pt x="12191758" y="0"/>
                </a:lnTo>
                <a:close/>
              </a:path>
            </a:pathLst>
          </a:cu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493280" y="138960"/>
            <a:ext cx="8070120" cy="763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34600" y="1251000"/>
            <a:ext cx="6208920" cy="438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4"/>
          </p:nvPr>
        </p:nvSpPr>
        <p:spPr>
          <a:xfrm>
            <a:off x="4147560" y="6378120"/>
            <a:ext cx="390132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5"/>
          </p:nvPr>
        </p:nvSpPr>
        <p:spPr>
          <a:xfrm>
            <a:off x="609840" y="6378120"/>
            <a:ext cx="280332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11361240" y="6422400"/>
            <a:ext cx="178200" cy="22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8160" indent="0" algn="l">
              <a:lnSpc>
                <a:spcPct val="100000"/>
              </a:lnSpc>
              <a:spcBef>
                <a:spcPts val="119"/>
              </a:spcBef>
              <a:buNone/>
              <a:tabLst>
                <a:tab pos="0" algn="l"/>
              </a:tabLst>
              <a:defRPr lang="en-US" sz="1200" b="1" u="none" spc="-51" strike="noStrike">
                <a:solidFill>
                  <a:schemeClr val="lt1"/>
                </a:solidFill>
                <a:effectLst/>
                <a:uFillTx/>
                <a:latin typeface="Courier New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19"/>
              </a:spcBef>
              <a:buNone/>
              <a:tabLst>
                <a:tab pos="0" algn="l"/>
              </a:tabLst>
            </a:pPr>
            <a:fld id="{10217E22-17EB-4DAD-85D9-21329ADECA49}" type="slidenum">
              <a:rPr lang="en-US" sz="1200" b="1" u="none" spc="-51" strike="noStrike">
                <a:solidFill>
                  <a:schemeClr val="lt1"/>
                </a:solidFill>
                <a:effectLst/>
                <a:uFillTx/>
                <a:latin typeface="Courier New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g object 16"/>
          <p:cNvSpPr/>
          <p:nvPr/>
        </p:nvSpPr>
        <p:spPr>
          <a:xfrm>
            <a:off x="0" y="6377400"/>
            <a:ext cx="12189960" cy="478440"/>
          </a:xfrm>
          <a:custGeom>
            <a:avLst/>
            <a:gdLst>
              <a:gd name="textAreaLeft" fmla="*/ 0 w 12189960"/>
              <a:gd name="textAreaRight" fmla="*/ 12192120 w 12189960"/>
              <a:gd name="textAreaTop" fmla="*/ 0 h 478440"/>
              <a:gd name="textAreaBottom" fmla="*/ 480600 h 478440"/>
            </a:gdLst>
            <a:ahLst/>
            <a:cxnLst/>
            <a:rect l="textAreaLeft" t="textAreaTop" r="textAreaRight" b="textAreaBottom"/>
            <a:pathLst>
              <a:path w="12192000" h="480695">
                <a:moveTo>
                  <a:pt x="12191758" y="0"/>
                </a:moveTo>
                <a:lnTo>
                  <a:pt x="0" y="0"/>
                </a:lnTo>
                <a:lnTo>
                  <a:pt x="0" y="480250"/>
                </a:lnTo>
                <a:lnTo>
                  <a:pt x="12191758" y="480250"/>
                </a:lnTo>
                <a:lnTo>
                  <a:pt x="12191758" y="0"/>
                </a:lnTo>
                <a:close/>
              </a:path>
            </a:pathLst>
          </a:custGeom>
          <a:solidFill>
            <a:srgbClr val="7F7F7F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bg object 17"/>
          <p:cNvSpPr/>
          <p:nvPr/>
        </p:nvSpPr>
        <p:spPr>
          <a:xfrm>
            <a:off x="0" y="6354360"/>
            <a:ext cx="12189960" cy="500760"/>
          </a:xfrm>
          <a:custGeom>
            <a:avLst/>
            <a:gdLst>
              <a:gd name="textAreaLeft" fmla="*/ 0 w 12189960"/>
              <a:gd name="textAreaRight" fmla="*/ 12192120 w 12189960"/>
              <a:gd name="textAreaTop" fmla="*/ 0 h 500760"/>
              <a:gd name="textAreaBottom" fmla="*/ 502920 h 500760"/>
            </a:gdLst>
            <a:ahLst/>
            <a:cxnLst/>
            <a:rect l="textAreaLeft" t="textAreaTop" r="textAreaRight" b="textAreaBottom"/>
            <a:pathLst>
              <a:path w="12192000" h="502920">
                <a:moveTo>
                  <a:pt x="12191758" y="0"/>
                </a:moveTo>
                <a:lnTo>
                  <a:pt x="0" y="0"/>
                </a:lnTo>
                <a:lnTo>
                  <a:pt x="0" y="502919"/>
                </a:lnTo>
                <a:lnTo>
                  <a:pt x="6095885" y="502919"/>
                </a:lnTo>
                <a:lnTo>
                  <a:pt x="12191758" y="502919"/>
                </a:lnTo>
                <a:lnTo>
                  <a:pt x="12191758" y="0"/>
                </a:lnTo>
                <a:close/>
              </a:path>
            </a:pathLst>
          </a:cu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493280" y="138960"/>
            <a:ext cx="8070120" cy="763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840" y="1577520"/>
            <a:ext cx="5304240" cy="531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282000" y="1577520"/>
            <a:ext cx="5304240" cy="531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7"/>
          </p:nvPr>
        </p:nvSpPr>
        <p:spPr>
          <a:xfrm>
            <a:off x="4147560" y="6378120"/>
            <a:ext cx="390132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dt" idx="8"/>
          </p:nvPr>
        </p:nvSpPr>
        <p:spPr>
          <a:xfrm>
            <a:off x="609840" y="6378120"/>
            <a:ext cx="280332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9"/>
          </p:nvPr>
        </p:nvSpPr>
        <p:spPr>
          <a:xfrm>
            <a:off x="11361240" y="6422400"/>
            <a:ext cx="178200" cy="22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8160" indent="0" algn="l">
              <a:lnSpc>
                <a:spcPct val="100000"/>
              </a:lnSpc>
              <a:spcBef>
                <a:spcPts val="119"/>
              </a:spcBef>
              <a:buNone/>
              <a:tabLst>
                <a:tab pos="0" algn="l"/>
              </a:tabLst>
              <a:defRPr lang="en-US" sz="1200" b="1" u="none" spc="-51" strike="noStrike">
                <a:solidFill>
                  <a:schemeClr val="lt1"/>
                </a:solidFill>
                <a:effectLst/>
                <a:uFillTx/>
                <a:latin typeface="Courier New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19"/>
              </a:spcBef>
              <a:buNone/>
              <a:tabLst>
                <a:tab pos="0" algn="l"/>
              </a:tabLst>
            </a:pPr>
            <a:fld id="{B8434F48-219A-4A3B-8E0E-F0F15833B6A9}" type="slidenum">
              <a:rPr lang="en-US" sz="1200" b="1" u="none" spc="-51" strike="noStrike">
                <a:solidFill>
                  <a:schemeClr val="lt1"/>
                </a:solidFill>
                <a:effectLst/>
                <a:uFillTx/>
                <a:latin typeface="Courier New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g object 16"/>
          <p:cNvSpPr/>
          <p:nvPr/>
        </p:nvSpPr>
        <p:spPr>
          <a:xfrm>
            <a:off x="0" y="6377400"/>
            <a:ext cx="12189960" cy="478440"/>
          </a:xfrm>
          <a:custGeom>
            <a:avLst/>
            <a:gdLst>
              <a:gd name="textAreaLeft" fmla="*/ 0 w 12189960"/>
              <a:gd name="textAreaRight" fmla="*/ 12192120 w 12189960"/>
              <a:gd name="textAreaTop" fmla="*/ 0 h 478440"/>
              <a:gd name="textAreaBottom" fmla="*/ 480600 h 478440"/>
            </a:gdLst>
            <a:ahLst/>
            <a:cxnLst/>
            <a:rect l="textAreaLeft" t="textAreaTop" r="textAreaRight" b="textAreaBottom"/>
            <a:pathLst>
              <a:path w="12192000" h="480695">
                <a:moveTo>
                  <a:pt x="12191758" y="0"/>
                </a:moveTo>
                <a:lnTo>
                  <a:pt x="0" y="0"/>
                </a:lnTo>
                <a:lnTo>
                  <a:pt x="0" y="480250"/>
                </a:lnTo>
                <a:lnTo>
                  <a:pt x="12191758" y="480250"/>
                </a:lnTo>
                <a:lnTo>
                  <a:pt x="12191758" y="0"/>
                </a:lnTo>
                <a:close/>
              </a:path>
            </a:pathLst>
          </a:custGeom>
          <a:solidFill>
            <a:srgbClr val="7F7F7F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bg object 17"/>
          <p:cNvSpPr/>
          <p:nvPr/>
        </p:nvSpPr>
        <p:spPr>
          <a:xfrm>
            <a:off x="0" y="6354360"/>
            <a:ext cx="12189960" cy="500760"/>
          </a:xfrm>
          <a:custGeom>
            <a:avLst/>
            <a:gdLst>
              <a:gd name="textAreaLeft" fmla="*/ 0 w 12189960"/>
              <a:gd name="textAreaRight" fmla="*/ 12192120 w 12189960"/>
              <a:gd name="textAreaTop" fmla="*/ 0 h 500760"/>
              <a:gd name="textAreaBottom" fmla="*/ 502920 h 500760"/>
            </a:gdLst>
            <a:ahLst/>
            <a:cxnLst/>
            <a:rect l="textAreaLeft" t="textAreaTop" r="textAreaRight" b="textAreaBottom"/>
            <a:pathLst>
              <a:path w="12192000" h="502920">
                <a:moveTo>
                  <a:pt x="12191758" y="0"/>
                </a:moveTo>
                <a:lnTo>
                  <a:pt x="0" y="0"/>
                </a:lnTo>
                <a:lnTo>
                  <a:pt x="0" y="502919"/>
                </a:lnTo>
                <a:lnTo>
                  <a:pt x="6095885" y="502919"/>
                </a:lnTo>
                <a:lnTo>
                  <a:pt x="12191758" y="502919"/>
                </a:lnTo>
                <a:lnTo>
                  <a:pt x="12191758" y="0"/>
                </a:lnTo>
                <a:close/>
              </a:path>
            </a:pathLst>
          </a:cu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493280" y="138960"/>
            <a:ext cx="8070120" cy="763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0"/>
          </p:nvPr>
        </p:nvSpPr>
        <p:spPr>
          <a:xfrm>
            <a:off x="4147560" y="6378120"/>
            <a:ext cx="390132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1"/>
          </p:nvPr>
        </p:nvSpPr>
        <p:spPr>
          <a:xfrm>
            <a:off x="609840" y="6378120"/>
            <a:ext cx="280332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sldNum" idx="12"/>
          </p:nvPr>
        </p:nvSpPr>
        <p:spPr>
          <a:xfrm>
            <a:off x="11361240" y="6422400"/>
            <a:ext cx="178200" cy="22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8160" indent="0" algn="l">
              <a:lnSpc>
                <a:spcPct val="100000"/>
              </a:lnSpc>
              <a:spcBef>
                <a:spcPts val="119"/>
              </a:spcBef>
              <a:buNone/>
              <a:tabLst>
                <a:tab pos="0" algn="l"/>
              </a:tabLst>
              <a:defRPr lang="en-US" sz="1200" b="1" u="none" spc="-51" strike="noStrike">
                <a:solidFill>
                  <a:schemeClr val="lt1"/>
                </a:solidFill>
                <a:effectLst/>
                <a:uFillTx/>
                <a:latin typeface="Courier New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19"/>
              </a:spcBef>
              <a:buNone/>
              <a:tabLst>
                <a:tab pos="0" algn="l"/>
              </a:tabLst>
            </a:pPr>
            <a:fld id="{4D757B8C-41CB-46D7-BBE6-6F37E3772EE9}" type="slidenum">
              <a:rPr lang="en-US" sz="1200" b="1" u="none" spc="-51" strike="noStrike">
                <a:solidFill>
                  <a:schemeClr val="lt1"/>
                </a:solidFill>
                <a:effectLst/>
                <a:uFillTx/>
                <a:latin typeface="Courier New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g object 16"/>
          <p:cNvSpPr/>
          <p:nvPr/>
        </p:nvSpPr>
        <p:spPr>
          <a:xfrm>
            <a:off x="0" y="6377400"/>
            <a:ext cx="12189960" cy="478440"/>
          </a:xfrm>
          <a:custGeom>
            <a:avLst/>
            <a:gdLst>
              <a:gd name="textAreaLeft" fmla="*/ 0 w 12189960"/>
              <a:gd name="textAreaRight" fmla="*/ 12192120 w 12189960"/>
              <a:gd name="textAreaTop" fmla="*/ 0 h 478440"/>
              <a:gd name="textAreaBottom" fmla="*/ 480600 h 478440"/>
            </a:gdLst>
            <a:ahLst/>
            <a:cxnLst/>
            <a:rect l="textAreaLeft" t="textAreaTop" r="textAreaRight" b="textAreaBottom"/>
            <a:pathLst>
              <a:path w="12192000" h="480695">
                <a:moveTo>
                  <a:pt x="12191758" y="0"/>
                </a:moveTo>
                <a:lnTo>
                  <a:pt x="0" y="0"/>
                </a:lnTo>
                <a:lnTo>
                  <a:pt x="0" y="480250"/>
                </a:lnTo>
                <a:lnTo>
                  <a:pt x="12191758" y="480250"/>
                </a:lnTo>
                <a:lnTo>
                  <a:pt x="12191758" y="0"/>
                </a:lnTo>
                <a:close/>
              </a:path>
            </a:pathLst>
          </a:custGeom>
          <a:solidFill>
            <a:srgbClr val="7F7F7F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bg object 17"/>
          <p:cNvSpPr/>
          <p:nvPr/>
        </p:nvSpPr>
        <p:spPr>
          <a:xfrm>
            <a:off x="0" y="6354360"/>
            <a:ext cx="12189960" cy="500760"/>
          </a:xfrm>
          <a:custGeom>
            <a:avLst/>
            <a:gdLst>
              <a:gd name="textAreaLeft" fmla="*/ 0 w 12189960"/>
              <a:gd name="textAreaRight" fmla="*/ 12192120 w 12189960"/>
              <a:gd name="textAreaTop" fmla="*/ 0 h 500760"/>
              <a:gd name="textAreaBottom" fmla="*/ 502920 h 500760"/>
            </a:gdLst>
            <a:ahLst/>
            <a:cxnLst/>
            <a:rect l="textAreaLeft" t="textAreaTop" r="textAreaRight" b="textAreaBottom"/>
            <a:pathLst>
              <a:path w="12192000" h="502920">
                <a:moveTo>
                  <a:pt x="12191758" y="0"/>
                </a:moveTo>
                <a:lnTo>
                  <a:pt x="0" y="0"/>
                </a:lnTo>
                <a:lnTo>
                  <a:pt x="0" y="502919"/>
                </a:lnTo>
                <a:lnTo>
                  <a:pt x="6095885" y="502919"/>
                </a:lnTo>
                <a:lnTo>
                  <a:pt x="12191758" y="502919"/>
                </a:lnTo>
                <a:lnTo>
                  <a:pt x="12191758" y="0"/>
                </a:lnTo>
                <a:close/>
              </a:path>
            </a:pathLst>
          </a:cu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ftr" idx="13"/>
          </p:nvPr>
        </p:nvSpPr>
        <p:spPr>
          <a:xfrm>
            <a:off x="4147560" y="6378120"/>
            <a:ext cx="390132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4"/>
          </p:nvPr>
        </p:nvSpPr>
        <p:spPr>
          <a:xfrm>
            <a:off x="609840" y="6378120"/>
            <a:ext cx="280332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5"/>
          </p:nvPr>
        </p:nvSpPr>
        <p:spPr>
          <a:xfrm>
            <a:off x="11361240" y="6422400"/>
            <a:ext cx="178200" cy="22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8160" indent="0" algn="l">
              <a:lnSpc>
                <a:spcPct val="100000"/>
              </a:lnSpc>
              <a:spcBef>
                <a:spcPts val="119"/>
              </a:spcBef>
              <a:buNone/>
              <a:tabLst>
                <a:tab pos="0" algn="l"/>
              </a:tabLst>
              <a:defRPr lang="en-US" sz="1200" b="1" u="none" spc="-51" strike="noStrike">
                <a:solidFill>
                  <a:schemeClr val="lt1"/>
                </a:solidFill>
                <a:effectLst/>
                <a:uFillTx/>
                <a:latin typeface="Courier New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19"/>
              </a:spcBef>
              <a:buNone/>
              <a:tabLst>
                <a:tab pos="0" algn="l"/>
              </a:tabLst>
            </a:pPr>
            <a:fld id="{72EF3569-E3FA-476F-927A-98F4960BCEFE}" type="slidenum">
              <a:rPr lang="en-US" sz="1200" b="1" u="none" spc="-51" strike="noStrike">
                <a:solidFill>
                  <a:schemeClr val="lt1"/>
                </a:solidFill>
                <a:effectLst/>
                <a:uFillTx/>
                <a:latin typeface="Courier New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2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object 2"/>
          <p:cNvGrpSpPr/>
          <p:nvPr/>
        </p:nvGrpSpPr>
        <p:grpSpPr>
          <a:xfrm>
            <a:off x="5656680" y="851400"/>
            <a:ext cx="4636440" cy="5152680"/>
            <a:chOff x="5656680" y="851400"/>
            <a:chExt cx="4636440" cy="5152680"/>
          </a:xfrm>
        </p:grpSpPr>
        <p:sp>
          <p:nvSpPr>
            <p:cNvPr id="41" name="object 3"/>
            <p:cNvSpPr/>
            <p:nvPr/>
          </p:nvSpPr>
          <p:spPr>
            <a:xfrm>
              <a:off x="5656680" y="851400"/>
              <a:ext cx="4636440" cy="5152680"/>
            </a:xfrm>
            <a:custGeom>
              <a:avLst/>
              <a:gdLst>
                <a:gd name="textAreaLeft" fmla="*/ 0 w 4636440"/>
                <a:gd name="textAreaRight" fmla="*/ 4638600 w 4636440"/>
                <a:gd name="textAreaTop" fmla="*/ 0 h 5152680"/>
                <a:gd name="textAreaBottom" fmla="*/ 5154840 h 5152680"/>
              </a:gdLst>
              <a:ahLst/>
              <a:cxnLst/>
              <a:rect l="textAreaLeft" t="textAreaTop" r="textAreaRight" b="textAreaBottom"/>
              <a:pathLst>
                <a:path w="4638675" h="5154930">
                  <a:moveTo>
                    <a:pt x="1873072" y="0"/>
                  </a:moveTo>
                  <a:lnTo>
                    <a:pt x="1179715" y="0"/>
                  </a:lnTo>
                  <a:lnTo>
                    <a:pt x="1147053" y="5761"/>
                  </a:lnTo>
                  <a:lnTo>
                    <a:pt x="1091986" y="48606"/>
                  </a:lnTo>
                  <a:lnTo>
                    <a:pt x="1072083" y="83527"/>
                  </a:lnTo>
                  <a:lnTo>
                    <a:pt x="726122" y="880922"/>
                  </a:lnTo>
                  <a:lnTo>
                    <a:pt x="713363" y="920377"/>
                  </a:lnTo>
                  <a:lnTo>
                    <a:pt x="709115" y="962507"/>
                  </a:lnTo>
                  <a:lnTo>
                    <a:pt x="713363" y="1004548"/>
                  </a:lnTo>
                  <a:lnTo>
                    <a:pt x="726122" y="1044003"/>
                  </a:lnTo>
                  <a:lnTo>
                    <a:pt x="1072083" y="1841766"/>
                  </a:lnTo>
                  <a:lnTo>
                    <a:pt x="1092058" y="1876686"/>
                  </a:lnTo>
                  <a:lnTo>
                    <a:pt x="1118514" y="1903323"/>
                  </a:lnTo>
                  <a:lnTo>
                    <a:pt x="1092593" y="1962721"/>
                  </a:lnTo>
                  <a:lnTo>
                    <a:pt x="786599" y="2667965"/>
                  </a:lnTo>
                  <a:lnTo>
                    <a:pt x="769118" y="2713803"/>
                  </a:lnTo>
                  <a:lnTo>
                    <a:pt x="756631" y="2761970"/>
                  </a:lnTo>
                  <a:lnTo>
                    <a:pt x="749139" y="2811690"/>
                  </a:lnTo>
                  <a:lnTo>
                    <a:pt x="746642" y="2862186"/>
                  </a:lnTo>
                  <a:lnTo>
                    <a:pt x="749139" y="2912682"/>
                  </a:lnTo>
                  <a:lnTo>
                    <a:pt x="756631" y="2962402"/>
                  </a:lnTo>
                  <a:lnTo>
                    <a:pt x="769118" y="3010569"/>
                  </a:lnTo>
                  <a:lnTo>
                    <a:pt x="786599" y="3056407"/>
                  </a:lnTo>
                  <a:lnTo>
                    <a:pt x="1610283" y="4955768"/>
                  </a:lnTo>
                  <a:lnTo>
                    <a:pt x="1635778" y="5005560"/>
                  </a:lnTo>
                  <a:lnTo>
                    <a:pt x="1665921" y="5049074"/>
                  </a:lnTo>
                  <a:lnTo>
                    <a:pt x="1700159" y="5085807"/>
                  </a:lnTo>
                  <a:lnTo>
                    <a:pt x="1737936" y="5115253"/>
                  </a:lnTo>
                  <a:lnTo>
                    <a:pt x="1778699" y="5136910"/>
                  </a:lnTo>
                  <a:lnTo>
                    <a:pt x="1821893" y="5150274"/>
                  </a:lnTo>
                  <a:lnTo>
                    <a:pt x="1866963" y="5154841"/>
                  </a:lnTo>
                  <a:lnTo>
                    <a:pt x="3517912" y="5154841"/>
                  </a:lnTo>
                  <a:lnTo>
                    <a:pt x="3561859" y="5150274"/>
                  </a:lnTo>
                  <a:lnTo>
                    <a:pt x="3604583" y="5136910"/>
                  </a:lnTo>
                  <a:lnTo>
                    <a:pt x="3645259" y="5115253"/>
                  </a:lnTo>
                  <a:lnTo>
                    <a:pt x="3683063" y="5085807"/>
                  </a:lnTo>
                  <a:lnTo>
                    <a:pt x="3717171" y="5049074"/>
                  </a:lnTo>
                  <a:lnTo>
                    <a:pt x="3746757" y="5005560"/>
                  </a:lnTo>
                  <a:lnTo>
                    <a:pt x="3770998" y="4955768"/>
                  </a:lnTo>
                  <a:lnTo>
                    <a:pt x="4598276" y="3056407"/>
                  </a:lnTo>
                  <a:lnTo>
                    <a:pt x="4615878" y="3010569"/>
                  </a:lnTo>
                  <a:lnTo>
                    <a:pt x="4628451" y="2962402"/>
                  </a:lnTo>
                  <a:lnTo>
                    <a:pt x="4635995" y="2912682"/>
                  </a:lnTo>
                  <a:lnTo>
                    <a:pt x="4638509" y="2862186"/>
                  </a:lnTo>
                  <a:lnTo>
                    <a:pt x="4635995" y="2811690"/>
                  </a:lnTo>
                  <a:lnTo>
                    <a:pt x="4628451" y="2761970"/>
                  </a:lnTo>
                  <a:lnTo>
                    <a:pt x="4615878" y="2713803"/>
                  </a:lnTo>
                  <a:lnTo>
                    <a:pt x="4598276" y="2667965"/>
                  </a:lnTo>
                  <a:lnTo>
                    <a:pt x="4270719" y="1915922"/>
                  </a:lnTo>
                  <a:lnTo>
                    <a:pt x="1176832" y="1915922"/>
                  </a:lnTo>
                  <a:lnTo>
                    <a:pt x="1168478" y="1915578"/>
                  </a:lnTo>
                  <a:lnTo>
                    <a:pt x="1160189" y="1914526"/>
                  </a:lnTo>
                  <a:lnTo>
                    <a:pt x="1152033" y="1912734"/>
                  </a:lnTo>
                  <a:lnTo>
                    <a:pt x="1144079" y="1910168"/>
                  </a:lnTo>
                  <a:lnTo>
                    <a:pt x="1125004" y="1899361"/>
                  </a:lnTo>
                  <a:lnTo>
                    <a:pt x="1143355" y="1856524"/>
                  </a:lnTo>
                  <a:lnTo>
                    <a:pt x="1168552" y="1798929"/>
                  </a:lnTo>
                  <a:lnTo>
                    <a:pt x="1163878" y="1796046"/>
                  </a:lnTo>
                  <a:lnTo>
                    <a:pt x="1131781" y="1758281"/>
                  </a:lnTo>
                  <a:lnTo>
                    <a:pt x="816838" y="1034999"/>
                  </a:lnTo>
                  <a:lnTo>
                    <a:pt x="801989" y="962507"/>
                  </a:lnTo>
                  <a:lnTo>
                    <a:pt x="805701" y="925196"/>
                  </a:lnTo>
                  <a:lnTo>
                    <a:pt x="1123556" y="183248"/>
                  </a:lnTo>
                  <a:lnTo>
                    <a:pt x="1163832" y="128881"/>
                  </a:lnTo>
                  <a:lnTo>
                    <a:pt x="1218958" y="109080"/>
                  </a:lnTo>
                  <a:lnTo>
                    <a:pt x="1990423" y="109080"/>
                  </a:lnTo>
                  <a:lnTo>
                    <a:pt x="1979282" y="83527"/>
                  </a:lnTo>
                  <a:lnTo>
                    <a:pt x="1960004" y="48606"/>
                  </a:lnTo>
                  <a:lnTo>
                    <a:pt x="1934683" y="22323"/>
                  </a:lnTo>
                  <a:lnTo>
                    <a:pt x="1905108" y="5761"/>
                  </a:lnTo>
                  <a:lnTo>
                    <a:pt x="1873072" y="0"/>
                  </a:lnTo>
                  <a:close/>
                </a:path>
                <a:path w="4638675" h="5154930">
                  <a:moveTo>
                    <a:pt x="673557" y="3124809"/>
                  </a:moveTo>
                  <a:lnTo>
                    <a:pt x="272161" y="3124809"/>
                  </a:lnTo>
                  <a:lnTo>
                    <a:pt x="253315" y="3128201"/>
                  </a:lnTo>
                  <a:lnTo>
                    <a:pt x="221431" y="3153206"/>
                  </a:lnTo>
                  <a:lnTo>
                    <a:pt x="9715" y="3634930"/>
                  </a:lnTo>
                  <a:lnTo>
                    <a:pt x="0" y="3682264"/>
                  </a:lnTo>
                  <a:lnTo>
                    <a:pt x="2428" y="3706712"/>
                  </a:lnTo>
                  <a:lnTo>
                    <a:pt x="209880" y="4191127"/>
                  </a:lnTo>
                  <a:lnTo>
                    <a:pt x="236158" y="4226450"/>
                  </a:lnTo>
                  <a:lnTo>
                    <a:pt x="272161" y="4239361"/>
                  </a:lnTo>
                  <a:lnTo>
                    <a:pt x="673557" y="4239361"/>
                  </a:lnTo>
                  <a:lnTo>
                    <a:pt x="723879" y="4211270"/>
                  </a:lnTo>
                  <a:lnTo>
                    <a:pt x="936002" y="3729609"/>
                  </a:lnTo>
                  <a:lnTo>
                    <a:pt x="945984" y="3682264"/>
                  </a:lnTo>
                  <a:lnTo>
                    <a:pt x="943489" y="3657819"/>
                  </a:lnTo>
                  <a:lnTo>
                    <a:pt x="735114" y="3173399"/>
                  </a:lnTo>
                  <a:lnTo>
                    <a:pt x="709198" y="3137903"/>
                  </a:lnTo>
                  <a:lnTo>
                    <a:pt x="673557" y="3124809"/>
                  </a:lnTo>
                  <a:close/>
                </a:path>
                <a:path w="4638675" h="5154930">
                  <a:moveTo>
                    <a:pt x="3517912" y="569887"/>
                  </a:moveTo>
                  <a:lnTo>
                    <a:pt x="2192401" y="569887"/>
                  </a:lnTo>
                  <a:lnTo>
                    <a:pt x="2209317" y="608406"/>
                  </a:lnTo>
                  <a:lnTo>
                    <a:pt x="2323795" y="871562"/>
                  </a:lnTo>
                  <a:lnTo>
                    <a:pt x="2336353" y="911017"/>
                  </a:lnTo>
                  <a:lnTo>
                    <a:pt x="2340535" y="953147"/>
                  </a:lnTo>
                  <a:lnTo>
                    <a:pt x="2336353" y="995189"/>
                  </a:lnTo>
                  <a:lnTo>
                    <a:pt x="2323795" y="1034643"/>
                  </a:lnTo>
                  <a:lnTo>
                    <a:pt x="1976399" y="1832406"/>
                  </a:lnTo>
                  <a:lnTo>
                    <a:pt x="1957071" y="1867326"/>
                  </a:lnTo>
                  <a:lnTo>
                    <a:pt x="1902048" y="1910168"/>
                  </a:lnTo>
                  <a:lnTo>
                    <a:pt x="1870202" y="1915922"/>
                  </a:lnTo>
                  <a:lnTo>
                    <a:pt x="4270719" y="1915922"/>
                  </a:lnTo>
                  <a:lnTo>
                    <a:pt x="3770998" y="768604"/>
                  </a:lnTo>
                  <a:lnTo>
                    <a:pt x="3746757" y="718831"/>
                  </a:lnTo>
                  <a:lnTo>
                    <a:pt x="3717171" y="675368"/>
                  </a:lnTo>
                  <a:lnTo>
                    <a:pt x="3683063" y="638705"/>
                  </a:lnTo>
                  <a:lnTo>
                    <a:pt x="3645259" y="609334"/>
                  </a:lnTo>
                  <a:lnTo>
                    <a:pt x="3604583" y="587746"/>
                  </a:lnTo>
                  <a:lnTo>
                    <a:pt x="3561859" y="574433"/>
                  </a:lnTo>
                  <a:lnTo>
                    <a:pt x="3517912" y="569887"/>
                  </a:lnTo>
                  <a:close/>
                </a:path>
                <a:path w="4638675" h="5154930">
                  <a:moveTo>
                    <a:pt x="2097354" y="569887"/>
                  </a:moveTo>
                  <a:lnTo>
                    <a:pt x="1866963" y="569887"/>
                  </a:lnTo>
                  <a:lnTo>
                    <a:pt x="1821893" y="574433"/>
                  </a:lnTo>
                  <a:lnTo>
                    <a:pt x="1778699" y="587746"/>
                  </a:lnTo>
                  <a:lnTo>
                    <a:pt x="1737936" y="609334"/>
                  </a:lnTo>
                  <a:lnTo>
                    <a:pt x="1700159" y="638705"/>
                  </a:lnTo>
                  <a:lnTo>
                    <a:pt x="1665921" y="675368"/>
                  </a:lnTo>
                  <a:lnTo>
                    <a:pt x="1635778" y="718831"/>
                  </a:lnTo>
                  <a:lnTo>
                    <a:pt x="1610283" y="768604"/>
                  </a:lnTo>
                  <a:lnTo>
                    <a:pt x="1179360" y="1762569"/>
                  </a:lnTo>
                  <a:lnTo>
                    <a:pt x="1167472" y="1790280"/>
                  </a:lnTo>
                  <a:lnTo>
                    <a:pt x="1187272" y="1801444"/>
                  </a:lnTo>
                  <a:lnTo>
                    <a:pt x="1194355" y="1803809"/>
                  </a:lnTo>
                  <a:lnTo>
                    <a:pt x="1201540" y="1805495"/>
                  </a:lnTo>
                  <a:lnTo>
                    <a:pt x="1208792" y="1806505"/>
                  </a:lnTo>
                  <a:lnTo>
                    <a:pt x="1216075" y="1806841"/>
                  </a:lnTo>
                  <a:lnTo>
                    <a:pt x="1830958" y="1806841"/>
                  </a:lnTo>
                  <a:lnTo>
                    <a:pt x="1885365" y="1786909"/>
                  </a:lnTo>
                  <a:lnTo>
                    <a:pt x="1924913" y="1732686"/>
                  </a:lnTo>
                  <a:lnTo>
                    <a:pt x="2233079" y="1025639"/>
                  </a:lnTo>
                  <a:lnTo>
                    <a:pt x="2247928" y="953147"/>
                  </a:lnTo>
                  <a:lnTo>
                    <a:pt x="2244216" y="915836"/>
                  </a:lnTo>
                  <a:lnTo>
                    <a:pt x="2233079" y="880922"/>
                  </a:lnTo>
                  <a:lnTo>
                    <a:pt x="2120404" y="622439"/>
                  </a:lnTo>
                  <a:lnTo>
                    <a:pt x="2097354" y="569887"/>
                  </a:lnTo>
                  <a:close/>
                </a:path>
                <a:path w="4638675" h="5154930">
                  <a:moveTo>
                    <a:pt x="1990423" y="109080"/>
                  </a:moveTo>
                  <a:lnTo>
                    <a:pt x="1833841" y="109080"/>
                  </a:lnTo>
                  <a:lnTo>
                    <a:pt x="1862195" y="114187"/>
                  </a:lnTo>
                  <a:lnTo>
                    <a:pt x="1888421" y="128881"/>
                  </a:lnTo>
                  <a:lnTo>
                    <a:pt x="1910935" y="152216"/>
                  </a:lnTo>
                  <a:lnTo>
                    <a:pt x="1928152" y="183248"/>
                  </a:lnTo>
                  <a:lnTo>
                    <a:pt x="2057755" y="481330"/>
                  </a:lnTo>
                  <a:lnTo>
                    <a:pt x="2091956" y="559447"/>
                  </a:lnTo>
                  <a:lnTo>
                    <a:pt x="2186635" y="559447"/>
                  </a:lnTo>
                  <a:lnTo>
                    <a:pt x="2165756" y="511200"/>
                  </a:lnTo>
                  <a:lnTo>
                    <a:pt x="1990423" y="109080"/>
                  </a:lnTo>
                  <a:close/>
                </a:path>
              </a:pathLst>
            </a:custGeom>
            <a:solidFill>
              <a:srgbClr val="7F7F7F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2" name="object 4"/>
            <p:cNvPicPr/>
            <p:nvPr/>
          </p:nvPicPr>
          <p:blipFill>
            <a:blip r:embed="rId1"/>
            <a:stretch/>
          </p:blipFill>
          <p:spPr>
            <a:xfrm>
              <a:off x="6854760" y="1715760"/>
              <a:ext cx="3201120" cy="3423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493280" y="138960"/>
            <a:ext cx="8070120" cy="767520"/>
          </a:xfrm>
          <a:prstGeom prst="rect">
            <a:avLst/>
          </a:prstGeom>
          <a:noFill/>
          <a:ln w="0">
            <a:noFill/>
          </a:ln>
        </p:spPr>
        <p:txBody>
          <a:bodyPr lIns="0" tIns="6768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rgbClr val="1F487C"/>
                </a:solidFill>
                <a:effectLst/>
                <a:uFillTx/>
                <a:latin typeface="Times New Roman"/>
              </a:rPr>
              <a:t>SMART</a:t>
            </a:r>
            <a:r>
              <a:rPr lang="en-US" sz="4000" b="1" u="none" spc="-249" strike="noStrike">
                <a:solidFill>
                  <a:srgbClr val="1F487C"/>
                </a:solidFill>
                <a:effectLst/>
                <a:uFillTx/>
                <a:latin typeface="Times New Roman"/>
              </a:rPr>
              <a:t> </a:t>
            </a:r>
            <a:r>
              <a:rPr lang="en-US" sz="4000" b="1" u="none" spc="-20" strike="noStrike">
                <a:solidFill>
                  <a:srgbClr val="1F487C"/>
                </a:solidFill>
                <a:effectLst/>
                <a:uFillTx/>
                <a:latin typeface="Times New Roman"/>
              </a:rPr>
              <a:t>INDIA</a:t>
            </a:r>
            <a:r>
              <a:rPr lang="en-US" sz="4000" b="1" u="none" spc="-230" strike="noStrike">
                <a:solidFill>
                  <a:srgbClr val="1F487C"/>
                </a:solidFill>
                <a:effectLst/>
                <a:uFillTx/>
                <a:latin typeface="Times New Roman"/>
              </a:rPr>
              <a:t> </a:t>
            </a:r>
            <a:r>
              <a:rPr lang="en-US" sz="4000" b="1" u="none" spc="-31" strike="noStrike">
                <a:solidFill>
                  <a:srgbClr val="1F487C"/>
                </a:solidFill>
                <a:effectLst/>
                <a:uFillTx/>
                <a:latin typeface="Times New Roman"/>
              </a:rPr>
              <a:t>HACKATHON</a:t>
            </a:r>
            <a:r>
              <a:rPr lang="en-US" sz="4000" b="1" u="none" spc="-170" strike="noStrike">
                <a:solidFill>
                  <a:srgbClr val="1F487C"/>
                </a:solidFill>
                <a:effectLst/>
                <a:uFillTx/>
                <a:latin typeface="Times New Roman"/>
              </a:rPr>
              <a:t> </a:t>
            </a:r>
            <a:r>
              <a:rPr lang="en-US" sz="4000" b="1" u="none" spc="-20" strike="noStrike">
                <a:solidFill>
                  <a:srgbClr val="1F487C"/>
                </a:solidFill>
                <a:effectLst/>
                <a:uFillTx/>
                <a:latin typeface="Times New Roman"/>
              </a:rPr>
              <a:t>2026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534600" y="1251000"/>
            <a:ext cx="6208920" cy="46861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37548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TITLE</a:t>
            </a:r>
            <a:r>
              <a:rPr lang="en-US" sz="3200" b="1" u="none" spc="-111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3200" b="1" u="none" spc="-31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98440" indent="-285840" algn="l">
              <a:lnSpc>
                <a:spcPct val="100000"/>
              </a:lnSpc>
              <a:spcBef>
                <a:spcPts val="2469"/>
              </a:spcBef>
              <a:buClr>
                <a:srgbClr val="000000"/>
              </a:buClr>
              <a:buSzPct val="45000"/>
              <a:buFont typeface="Microsoft Sans Serif"/>
              <a:buChar char="•"/>
              <a:tabLst>
                <a:tab pos="29844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Problem</a:t>
            </a:r>
            <a:r>
              <a:rPr lang="en-US" sz="2400" b="1" u="none" spc="-45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Statement</a:t>
            </a:r>
            <a:r>
              <a:rPr lang="en-US" sz="2400" b="1" u="none" spc="-40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ID</a:t>
            </a:r>
            <a:r>
              <a:rPr lang="en-US" sz="2400" b="1" u="none" spc="-40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–</a:t>
            </a:r>
            <a:r>
              <a:rPr lang="en-US" sz="2400" b="1" u="none" spc="-45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2400" b="1" u="none" spc="-11" strike="noStrike">
                <a:solidFill>
                  <a:schemeClr val="dk1"/>
                </a:solidFill>
                <a:effectLst/>
                <a:uFillTx/>
                <a:latin typeface="Arial"/>
              </a:rPr>
              <a:t>26075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98440" indent="-285840" algn="l">
              <a:lnSpc>
                <a:spcPct val="100000"/>
              </a:lnSpc>
              <a:spcBef>
                <a:spcPts val="1624"/>
              </a:spcBef>
              <a:buClr>
                <a:srgbClr val="000000"/>
              </a:buClr>
              <a:buSzPct val="45000"/>
              <a:buFont typeface="Microsoft Sans Serif"/>
              <a:buChar char="•"/>
              <a:tabLst>
                <a:tab pos="29844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Problem</a:t>
            </a:r>
            <a:r>
              <a:rPr lang="en-US" sz="2400" b="1" u="none" spc="-74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Statement</a:t>
            </a:r>
            <a:r>
              <a:rPr lang="en-US" sz="2400" b="1" u="none" spc="-74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2400" b="1" u="none" spc="-11" strike="noStrike">
                <a:solidFill>
                  <a:schemeClr val="dk1"/>
                </a:solidFill>
                <a:effectLst/>
                <a:uFillTx/>
                <a:latin typeface="Arial"/>
              </a:rPr>
              <a:t>Title- </a:t>
            </a:r>
            <a:r>
              <a:rPr lang="en-US" sz="1600" b="1" u="none" spc="-54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CAPACITY</a:t>
            </a:r>
            <a:r>
              <a:rPr lang="en-US" sz="1600" b="1" u="none" spc="-85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1600" b="1" u="none" spc="-11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CONNECT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98440" indent="-285840" algn="l">
              <a:lnSpc>
                <a:spcPct val="100000"/>
              </a:lnSpc>
              <a:spcBef>
                <a:spcPts val="2616"/>
              </a:spcBef>
              <a:buClr>
                <a:srgbClr val="000000"/>
              </a:buClr>
              <a:buSzPct val="45000"/>
              <a:buFont typeface="Microsoft Sans Serif"/>
              <a:buChar char="•"/>
              <a:tabLst>
                <a:tab pos="29844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Theme-</a:t>
            </a:r>
            <a:r>
              <a:rPr lang="en-US" sz="2400" b="1" u="none" spc="-91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Smart</a:t>
            </a:r>
            <a:r>
              <a:rPr lang="en-US" sz="2400" b="1" u="none" spc="-96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2400" b="1" u="none" spc="-11" strike="noStrike">
                <a:solidFill>
                  <a:schemeClr val="dk1"/>
                </a:solidFill>
                <a:effectLst/>
                <a:uFillTx/>
                <a:latin typeface="Arial"/>
              </a:rPr>
              <a:t>Education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98440" indent="-285840" algn="l">
              <a:lnSpc>
                <a:spcPct val="100000"/>
              </a:lnSpc>
              <a:spcBef>
                <a:spcPts val="2435"/>
              </a:spcBef>
              <a:buClr>
                <a:srgbClr val="000000"/>
              </a:buClr>
              <a:buSzPct val="45000"/>
              <a:buFont typeface="Microsoft Sans Serif"/>
              <a:buChar char="•"/>
              <a:tabLst>
                <a:tab pos="29844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PS</a:t>
            </a:r>
            <a:r>
              <a:rPr lang="en-US" sz="2400" b="1" u="none" spc="-54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Category-</a:t>
            </a:r>
            <a:r>
              <a:rPr lang="en-US" sz="2400" b="1" u="none" spc="-51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2400" b="1" u="none" spc="-11" strike="noStrike">
                <a:solidFill>
                  <a:schemeClr val="dk1"/>
                </a:solidFill>
                <a:effectLst/>
                <a:uFillTx/>
                <a:latin typeface="Arial"/>
              </a:rPr>
              <a:t>Software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98440" indent="-285840" algn="l">
              <a:lnSpc>
                <a:spcPct val="100000"/>
              </a:lnSpc>
              <a:spcBef>
                <a:spcPts val="2435"/>
              </a:spcBef>
              <a:buClr>
                <a:srgbClr val="000000"/>
              </a:buClr>
              <a:buSzPct val="45000"/>
              <a:buFont typeface="Microsoft Sans Serif"/>
              <a:buChar char="•"/>
              <a:tabLst>
                <a:tab pos="29844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Team ID- 5043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98440" indent="-285840" algn="l">
              <a:lnSpc>
                <a:spcPct val="100000"/>
              </a:lnSpc>
              <a:spcBef>
                <a:spcPts val="1440"/>
              </a:spcBef>
              <a:buClr>
                <a:srgbClr val="000000"/>
              </a:buClr>
              <a:buSzPct val="45000"/>
              <a:buFont typeface="Microsoft Sans Serif"/>
              <a:buChar char="•"/>
              <a:tabLst>
                <a:tab pos="298440" algn="l"/>
              </a:tabLst>
            </a:pPr>
            <a:r>
              <a:rPr lang="en-US" sz="2400" b="1" u="none" spc="-34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Team</a:t>
            </a:r>
            <a:r>
              <a:rPr lang="en-US" sz="2400" b="1" u="none" spc="-71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Name</a:t>
            </a:r>
            <a:r>
              <a:rPr lang="en-US" sz="2400" b="1" u="none" spc="-65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-</a:t>
            </a:r>
            <a:r>
              <a:rPr lang="en-US" sz="2400" b="1" u="none" spc="-71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r>
              <a:rPr lang="en-US" sz="2400" b="1" u="none" spc="-20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BLUE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45" name="Picture 1"/>
          <p:cNvPicPr/>
          <p:nvPr/>
        </p:nvPicPr>
        <p:blipFill>
          <a:blip r:embed="rId2"/>
          <a:stretch/>
        </p:blipFill>
        <p:spPr>
          <a:xfrm>
            <a:off x="9780480" y="1440"/>
            <a:ext cx="2248200" cy="106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2175120" y="-106200"/>
            <a:ext cx="8070120" cy="767520"/>
          </a:xfrm>
          <a:prstGeom prst="rect">
            <a:avLst/>
          </a:prstGeom>
          <a:noFill/>
          <a:ln w="0">
            <a:noFill/>
          </a:ln>
        </p:spPr>
        <p:txBody>
          <a:bodyPr lIns="0" tIns="204120" rIns="0" bIns="0" anchor="t">
            <a:spAutoFit/>
          </a:bodyPr>
          <a:p>
            <a:pPr marL="313956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3600" b="1" u="none" spc="-11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IDEA</a:t>
            </a:r>
            <a:r>
              <a:rPr lang="en-US" sz="3600" b="1" u="none" spc="-241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1" u="none" spc="-11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TITLE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" name="object 3"/>
          <p:cNvSpPr/>
          <p:nvPr/>
        </p:nvSpPr>
        <p:spPr>
          <a:xfrm>
            <a:off x="11386800" y="6425640"/>
            <a:ext cx="1148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200" b="1" u="none" spc="-51" strike="noStrike">
                <a:solidFill>
                  <a:srgbClr val="FFFFFF"/>
                </a:solidFill>
                <a:effectLst/>
                <a:uFillTx/>
                <a:latin typeface="Courier New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object 12"/>
          <p:cNvSpPr/>
          <p:nvPr/>
        </p:nvSpPr>
        <p:spPr>
          <a:xfrm>
            <a:off x="880560" y="1216800"/>
            <a:ext cx="323424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>
              <a:lnSpc>
                <a:spcPct val="100000"/>
              </a:lnSpc>
              <a:spcBef>
                <a:spcPts val="99"/>
              </a:spcBef>
            </a:pPr>
            <a:r>
              <a:rPr lang="en-US" sz="2400" b="1" u="sng" strike="noStrike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/>
              </a:rPr>
              <a:t>Problem </a:t>
            </a:r>
            <a:r>
              <a:rPr lang="en-US" sz="2200" b="1" u="sng" strike="noStrike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/>
              </a:rPr>
              <a:t>Description 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59"/>
          <p:cNvSpPr/>
          <p:nvPr/>
        </p:nvSpPr>
        <p:spPr>
          <a:xfrm>
            <a:off x="759240" y="1618200"/>
            <a:ext cx="11127600" cy="16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spAutoFit/>
          </a:bodyPr>
          <a:p>
            <a:pPr marL="228600" indent="-228600">
              <a:lnSpc>
                <a:spcPct val="100000"/>
              </a:lnSpc>
              <a:spcBef>
                <a:spcPts val="791"/>
              </a:spcBef>
              <a:spcAft>
                <a:spcPts val="72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Centralized web-based portal for organizational training, competency development, and knowledge sharing.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791"/>
              </a:spcBef>
              <a:spcAft>
                <a:spcPts val="575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Secure, multi-role access (Trainee, Trainer, Admin) for course management, assessments, and profile building.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791"/>
              </a:spcBef>
              <a:spcAft>
                <a:spcPts val="72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Competency mapping to identify suitable trainers and dashboards for monitoring participation and performance.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791"/>
              </a:spcBef>
              <a:spcAft>
                <a:spcPts val="72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Impact → Efficient learning, streamlined administration, and robust organizational capacity building.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object 5"/>
          <p:cNvSpPr/>
          <p:nvPr/>
        </p:nvSpPr>
        <p:spPr>
          <a:xfrm>
            <a:off x="355680" y="299160"/>
            <a:ext cx="11660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400" b="1" u="none" spc="-20" strike="noStrike">
                <a:solidFill>
                  <a:srgbClr val="0070C0"/>
                </a:solidFill>
                <a:effectLst/>
                <a:uFillTx/>
                <a:latin typeface="Rockwell"/>
              </a:rPr>
              <a:t>BLUE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Picture 2"/>
          <p:cNvPicPr/>
          <p:nvPr/>
        </p:nvPicPr>
        <p:blipFill>
          <a:blip r:embed="rId1"/>
          <a:stretch/>
        </p:blipFill>
        <p:spPr>
          <a:xfrm>
            <a:off x="9780480" y="1440"/>
            <a:ext cx="2248200" cy="106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"/>
          <p:cNvSpPr/>
          <p:nvPr/>
        </p:nvSpPr>
        <p:spPr>
          <a:xfrm>
            <a:off x="727560" y="3196080"/>
            <a:ext cx="10996920" cy="29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200" b="1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Solution 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791"/>
              </a:spcBef>
              <a:spcAft>
                <a:spcPts val="72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Unified Portal: A centralized platform (Trainee, Trainer, Admin) for secure course delivery, MCQ assessments, and competency mapping.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791"/>
              </a:spcBef>
              <a:spcAft>
                <a:spcPts val="72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Confusion Heatmaps: Tracks video interactions (pauses/rewinds) to visualize exactly where learners struggle, guiding immediate curriculum updates.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791"/>
              </a:spcBef>
              <a:spcAft>
                <a:spcPts val="72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Instant Support: Resolves doubts in real-time via AI-powered Q&amp;A (linking to exact video timestamps) and live Peer Rescue chat.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791"/>
              </a:spcBef>
              <a:spcAft>
                <a:spcPts val="72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Readiness Dashboards: Uses transparent, rule-based scoring to give leadership clear visibility into organizational skill gaps and workforce readiness.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/>
          <p:cNvPicPr/>
          <p:nvPr/>
        </p:nvPicPr>
        <p:blipFill>
          <a:blip r:embed="rId1"/>
          <a:stretch/>
        </p:blipFill>
        <p:spPr>
          <a:xfrm>
            <a:off x="685800" y="685800"/>
            <a:ext cx="10972440" cy="37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529280" y="0"/>
            <a:ext cx="8070120" cy="767520"/>
          </a:xfrm>
          <a:prstGeom prst="rect">
            <a:avLst/>
          </a:prstGeom>
          <a:noFill/>
          <a:ln w="0">
            <a:noFill/>
          </a:ln>
        </p:spPr>
        <p:txBody>
          <a:bodyPr lIns="0" tIns="110520" rIns="0" bIns="0" anchor="t">
            <a:spAutoFit/>
          </a:bodyPr>
          <a:p>
            <a:pPr marL="189036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3600" b="1" u="none" spc="-11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TECHNICAL</a:t>
            </a:r>
            <a:r>
              <a:rPr lang="en-US" sz="3600" b="1" u="none" spc="-360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1" u="none" spc="-11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APPROACH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" name="object 5"/>
          <p:cNvSpPr/>
          <p:nvPr/>
        </p:nvSpPr>
        <p:spPr>
          <a:xfrm>
            <a:off x="399240" y="266760"/>
            <a:ext cx="9536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400" b="1" u="none" spc="-20" strike="noStrike">
                <a:solidFill>
                  <a:srgbClr val="0070C0"/>
                </a:solidFill>
                <a:effectLst/>
                <a:uFillTx/>
                <a:latin typeface="Nimbus Roman"/>
              </a:rPr>
              <a:t>BLUE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457200" y="3943800"/>
            <a:ext cx="10056600" cy="22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sng" strike="noStrike">
                <a:solidFill>
                  <a:srgbClr val="000000"/>
                </a:solidFill>
                <a:effectLst/>
                <a:uFillTx/>
                <a:latin typeface="Nimbus Roman"/>
              </a:rPr>
              <a:t>Tech Stack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AI &amp; LLM: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LangChain &amp; LangGraph, Groq &amp; Whisper, FAISS / Chroma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Frontend: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HTML5, CSS3, JavaScript, Jinja2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Backend &amp; Database: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FastAPI, PostgreSQL &amp; SQLAlchemy, Azure (Cloud Storage)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Picture 3"/>
          <p:cNvPicPr/>
          <p:nvPr/>
        </p:nvPicPr>
        <p:blipFill>
          <a:blip r:embed="rId2"/>
          <a:stretch/>
        </p:blipFill>
        <p:spPr>
          <a:xfrm>
            <a:off x="9780480" y="1440"/>
            <a:ext cx="2248200" cy="106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600200" y="72000"/>
            <a:ext cx="8070120" cy="767520"/>
          </a:xfrm>
          <a:prstGeom prst="rect">
            <a:avLst/>
          </a:prstGeom>
          <a:noFill/>
          <a:ln w="0">
            <a:noFill/>
          </a:ln>
        </p:spPr>
        <p:txBody>
          <a:bodyPr lIns="0" tIns="110520" rIns="0" bIns="0" anchor="t">
            <a:spAutoFit/>
          </a:bodyPr>
          <a:p>
            <a:pPr marL="132444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3600" b="1" u="none" spc="-11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FEASIBILITY</a:t>
            </a:r>
            <a:r>
              <a:rPr lang="en-US" sz="3600" b="1" u="none" spc="-329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AND</a:t>
            </a:r>
            <a:r>
              <a:rPr lang="en-US" sz="3600" b="1" u="none" spc="-40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1" u="none" spc="-11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VIABILITY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9" name="object 4"/>
          <p:cNvSpPr/>
          <p:nvPr/>
        </p:nvSpPr>
        <p:spPr>
          <a:xfrm>
            <a:off x="380880" y="230040"/>
            <a:ext cx="9806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400" b="1" u="none" spc="-20" strike="noStrike">
                <a:solidFill>
                  <a:srgbClr val="0070C0"/>
                </a:solidFill>
                <a:effectLst/>
                <a:uFillTx/>
                <a:latin typeface="Rockwell"/>
              </a:rPr>
              <a:t>BLUE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ldNum" idx="19"/>
          </p:nvPr>
        </p:nvSpPr>
        <p:spPr>
          <a:xfrm>
            <a:off x="11361240" y="6422400"/>
            <a:ext cx="178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151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19"/>
              </a:spcBef>
              <a:buNone/>
              <a:tabLst>
                <a:tab pos="0" algn="l"/>
              </a:tabLst>
              <a:defRPr lang="en-US" sz="1200" b="1" u="none" spc="-51" strike="noStrike">
                <a:solidFill>
                  <a:schemeClr val="lt1"/>
                </a:solidFill>
                <a:effectLst/>
                <a:uFillTx/>
                <a:latin typeface="Courier New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19"/>
              </a:spcBef>
              <a:buNone/>
              <a:tabLst>
                <a:tab pos="0" algn="l"/>
              </a:tabLst>
            </a:pPr>
            <a:fld id="{9633C1B0-2289-452C-93D3-A4C7A7BD959E}" type="slidenum">
              <a:rPr lang="en-US" sz="1200" b="1" u="none" spc="-51" strike="noStrike">
                <a:solidFill>
                  <a:schemeClr val="lt1"/>
                </a:solidFill>
                <a:effectLst/>
                <a:uFillTx/>
                <a:latin typeface="Courier New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Rounded Rectangle 15"/>
          <p:cNvSpPr/>
          <p:nvPr/>
        </p:nvSpPr>
        <p:spPr>
          <a:xfrm>
            <a:off x="152280" y="763200"/>
            <a:ext cx="3862080" cy="2739960"/>
          </a:xfrm>
          <a:prstGeom prst="roundRect">
            <a:avLst>
              <a:gd name="adj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77933C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16"/>
          <p:cNvSpPr/>
          <p:nvPr/>
        </p:nvSpPr>
        <p:spPr>
          <a:xfrm>
            <a:off x="419040" y="930240"/>
            <a:ext cx="3633480" cy="23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Techni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Technology: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Built with mature, widely supported web technologies and frameworks.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Scalability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Cloud-based architecture can accommodate increasing users and learning content.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ounded Rectangle 17"/>
          <p:cNvSpPr/>
          <p:nvPr/>
        </p:nvSpPr>
        <p:spPr>
          <a:xfrm>
            <a:off x="4327920" y="798120"/>
            <a:ext cx="3704400" cy="2704680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B3A2C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18"/>
          <p:cNvSpPr/>
          <p:nvPr/>
        </p:nvSpPr>
        <p:spPr>
          <a:xfrm>
            <a:off x="4327920" y="1334520"/>
            <a:ext cx="3579120" cy="20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Zero Licensing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Open-source tools eliminate software fees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Reduced Trainer Load: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Peer support handles routine interventions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Scalable Infrastructure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Pay-as-  you-go cloud hosting adapts to usage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ounded Rectangle 19"/>
          <p:cNvSpPr/>
          <p:nvPr/>
        </p:nvSpPr>
        <p:spPr>
          <a:xfrm>
            <a:off x="8345880" y="1179360"/>
            <a:ext cx="3615480" cy="232380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93CDD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20"/>
          <p:cNvSpPr/>
          <p:nvPr/>
        </p:nvSpPr>
        <p:spPr>
          <a:xfrm>
            <a:off x="8345880" y="1752480"/>
            <a:ext cx="3728160" cy="169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575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Maintainability: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Modular design simplifies updates and troubleshooting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Security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Role-based permissions restrict sensitive access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Privacy: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Anonymous Q&amp;A protects learner identity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entagon 24"/>
          <p:cNvSpPr/>
          <p:nvPr/>
        </p:nvSpPr>
        <p:spPr>
          <a:xfrm>
            <a:off x="152280" y="763200"/>
            <a:ext cx="2954520" cy="571320"/>
          </a:xfrm>
          <a:prstGeom prst="homePlate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solidFill>
              <a:srgbClr val="4F6228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Pentagon 25"/>
          <p:cNvSpPr/>
          <p:nvPr/>
        </p:nvSpPr>
        <p:spPr>
          <a:xfrm>
            <a:off x="4327920" y="772920"/>
            <a:ext cx="3290040" cy="561240"/>
          </a:xfrm>
          <a:prstGeom prst="homePlate">
            <a:avLst>
              <a:gd name="adj" fmla="val 50000"/>
            </a:avLst>
          </a:prstGeom>
          <a:solidFill>
            <a:schemeClr val="accent4">
              <a:lumMod val="50000"/>
            </a:schemeClr>
          </a:solidFill>
          <a:ln>
            <a:solidFill>
              <a:srgbClr val="40315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Pentagon 26"/>
          <p:cNvSpPr/>
          <p:nvPr/>
        </p:nvSpPr>
        <p:spPr>
          <a:xfrm>
            <a:off x="8345880" y="1179360"/>
            <a:ext cx="3310560" cy="570960"/>
          </a:xfrm>
          <a:prstGeom prst="homePlate">
            <a:avLst>
              <a:gd name="adj" fmla="val 50000"/>
            </a:avLst>
          </a:prstGeom>
          <a:solidFill>
            <a:schemeClr val="accent5">
              <a:lumMod val="50000"/>
            </a:schemeClr>
          </a:solidFill>
          <a:ln>
            <a:solidFill>
              <a:srgbClr val="215968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27"/>
          <p:cNvSpPr/>
          <p:nvPr/>
        </p:nvSpPr>
        <p:spPr>
          <a:xfrm>
            <a:off x="241200" y="837720"/>
            <a:ext cx="272592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Technical Feasibility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8"/>
          <p:cNvSpPr/>
          <p:nvPr/>
        </p:nvSpPr>
        <p:spPr>
          <a:xfrm>
            <a:off x="4424400" y="888840"/>
            <a:ext cx="266472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Economic Feasibility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9"/>
          <p:cNvSpPr/>
          <p:nvPr/>
        </p:nvSpPr>
        <p:spPr>
          <a:xfrm>
            <a:off x="8465760" y="1274040"/>
            <a:ext cx="289332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Maintenance and Safety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Picture 30"/>
          <p:cNvPicPr/>
          <p:nvPr/>
        </p:nvPicPr>
        <p:blipFill>
          <a:blip r:embed="rId1"/>
          <a:stretch/>
        </p:blipFill>
        <p:spPr>
          <a:xfrm>
            <a:off x="179640" y="1458720"/>
            <a:ext cx="3513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Picture 31"/>
          <p:cNvPicPr/>
          <p:nvPr/>
        </p:nvPicPr>
        <p:blipFill>
          <a:blip r:embed="rId2"/>
          <a:stretch/>
        </p:blipFill>
        <p:spPr>
          <a:xfrm>
            <a:off x="179640" y="2345760"/>
            <a:ext cx="275400" cy="38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32"/>
          <p:cNvPicPr/>
          <p:nvPr/>
        </p:nvPicPr>
        <p:blipFill>
          <a:blip r:embed="rId3"/>
          <a:stretch/>
        </p:blipFill>
        <p:spPr>
          <a:xfrm>
            <a:off x="4529520" y="2742480"/>
            <a:ext cx="283680" cy="30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33"/>
          <p:cNvPicPr/>
          <p:nvPr/>
        </p:nvPicPr>
        <p:blipFill>
          <a:blip r:embed="rId4"/>
          <a:stretch/>
        </p:blipFill>
        <p:spPr>
          <a:xfrm>
            <a:off x="4435560" y="1517400"/>
            <a:ext cx="329400" cy="30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34"/>
          <p:cNvPicPr/>
          <p:nvPr/>
        </p:nvPicPr>
        <p:blipFill>
          <a:blip r:embed="rId5"/>
          <a:stretch/>
        </p:blipFill>
        <p:spPr>
          <a:xfrm>
            <a:off x="13030200" y="3124080"/>
            <a:ext cx="304920" cy="28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Rounded Rectangle 35"/>
          <p:cNvSpPr/>
          <p:nvPr/>
        </p:nvSpPr>
        <p:spPr>
          <a:xfrm>
            <a:off x="172440" y="3627360"/>
            <a:ext cx="3848760" cy="261936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solidFill>
              <a:srgbClr val="948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9" name="Picture 40"/>
          <p:cNvPicPr/>
          <p:nvPr/>
        </p:nvPicPr>
        <p:blipFill>
          <a:blip r:embed="rId6"/>
          <a:stretch/>
        </p:blipFill>
        <p:spPr>
          <a:xfrm>
            <a:off x="201960" y="4863960"/>
            <a:ext cx="455040" cy="41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Box 36"/>
          <p:cNvSpPr/>
          <p:nvPr/>
        </p:nvSpPr>
        <p:spPr>
          <a:xfrm>
            <a:off x="190080" y="4146480"/>
            <a:ext cx="3834720" cy="20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Training Efficiency: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Spots learning gaps before they impact competency.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Decision Support: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Competency       data reveals actionable training needs.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Content Improvement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Aggregated confusion signals guide course updates.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entagon 37"/>
          <p:cNvSpPr/>
          <p:nvPr/>
        </p:nvSpPr>
        <p:spPr>
          <a:xfrm>
            <a:off x="172440" y="3627360"/>
            <a:ext cx="3558960" cy="500040"/>
          </a:xfrm>
          <a:prstGeom prst="homePlate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solidFill>
              <a:srgbClr val="4A452A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38"/>
          <p:cNvSpPr/>
          <p:nvPr/>
        </p:nvSpPr>
        <p:spPr>
          <a:xfrm>
            <a:off x="330840" y="3720240"/>
            <a:ext cx="261072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Operational Viability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Picture 39"/>
          <p:cNvPicPr/>
          <p:nvPr/>
        </p:nvPicPr>
        <p:blipFill>
          <a:blip r:embed="rId7"/>
          <a:stretch/>
        </p:blipFill>
        <p:spPr>
          <a:xfrm>
            <a:off x="240120" y="5486400"/>
            <a:ext cx="378720" cy="32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Rounded Rectangle 42"/>
          <p:cNvSpPr/>
          <p:nvPr/>
        </p:nvSpPr>
        <p:spPr>
          <a:xfrm>
            <a:off x="4327920" y="3687840"/>
            <a:ext cx="3719160" cy="252612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AC0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Rounded Rectangle 43"/>
          <p:cNvSpPr/>
          <p:nvPr/>
        </p:nvSpPr>
        <p:spPr>
          <a:xfrm>
            <a:off x="8349840" y="3720240"/>
            <a:ext cx="3708720" cy="252612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D9969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Pentagon 44"/>
          <p:cNvSpPr/>
          <p:nvPr/>
        </p:nvSpPr>
        <p:spPr>
          <a:xfrm>
            <a:off x="4327920" y="3699720"/>
            <a:ext cx="3442320" cy="442080"/>
          </a:xfrm>
          <a:prstGeom prst="homePlate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solidFill>
              <a:srgbClr val="98480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Pentagon 45"/>
          <p:cNvSpPr/>
          <p:nvPr/>
        </p:nvSpPr>
        <p:spPr>
          <a:xfrm>
            <a:off x="8339040" y="3720240"/>
            <a:ext cx="3317400" cy="529200"/>
          </a:xfrm>
          <a:prstGeom prst="homePlate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>
            <a:solidFill>
              <a:srgbClr val="63252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47"/>
          <p:cNvSpPr/>
          <p:nvPr/>
        </p:nvSpPr>
        <p:spPr>
          <a:xfrm>
            <a:off x="4379400" y="3738240"/>
            <a:ext cx="296964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Implementation Viability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49"/>
          <p:cNvSpPr/>
          <p:nvPr/>
        </p:nvSpPr>
        <p:spPr>
          <a:xfrm>
            <a:off x="8353800" y="3802320"/>
            <a:ext cx="281736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Environmental Viability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50"/>
          <p:cNvSpPr/>
          <p:nvPr/>
        </p:nvSpPr>
        <p:spPr>
          <a:xfrm>
            <a:off x="4408920" y="4155840"/>
            <a:ext cx="3607920" cy="20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Deployment: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Progressive feature rollout.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Integration: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Seamless API and cloud integration.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Adaptability: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Flexible across courses, skills, and roles.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Expansion: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Supports AI and offline capabilities.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52"/>
          <p:cNvSpPr/>
          <p:nvPr/>
        </p:nvSpPr>
        <p:spPr>
          <a:xfrm>
            <a:off x="8458200" y="4249800"/>
            <a:ext cx="3170520" cy="177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575"/>
              </a:spcBef>
              <a:spcAft>
                <a:spcPts val="289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Digital Learning: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Cuts reliance on printed materials.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  <a:spcAft>
                <a:spcPts val="289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Remote Training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Minimizes the need for physical travel.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  <a:spcAft>
                <a:spcPts val="289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Accessibility: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Offline support reaches low-connectivity areas.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Picture 4"/>
          <p:cNvPicPr/>
          <p:nvPr/>
        </p:nvPicPr>
        <p:blipFill>
          <a:blip r:embed="rId8"/>
          <a:stretch/>
        </p:blipFill>
        <p:spPr>
          <a:xfrm>
            <a:off x="9780480" y="1440"/>
            <a:ext cx="2248200" cy="106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"/>
          <p:cNvPicPr/>
          <p:nvPr/>
        </p:nvPicPr>
        <p:blipFill>
          <a:blip r:embed="rId1"/>
          <a:stretch/>
        </p:blipFill>
        <p:spPr>
          <a:xfrm>
            <a:off x="6858000" y="914400"/>
            <a:ext cx="4983480" cy="54842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4" name="object 3"/>
          <p:cNvGrpSpPr/>
          <p:nvPr/>
        </p:nvGrpSpPr>
        <p:grpSpPr>
          <a:xfrm>
            <a:off x="0" y="6354720"/>
            <a:ext cx="12189960" cy="500760"/>
            <a:chOff x="0" y="6354720"/>
            <a:chExt cx="12189960" cy="500760"/>
          </a:xfrm>
        </p:grpSpPr>
        <p:sp>
          <p:nvSpPr>
            <p:cNvPr id="95" name="object 4"/>
            <p:cNvSpPr/>
            <p:nvPr/>
          </p:nvSpPr>
          <p:spPr>
            <a:xfrm>
              <a:off x="0" y="6377760"/>
              <a:ext cx="12189960" cy="477720"/>
            </a:xfrm>
            <a:custGeom>
              <a:avLst/>
              <a:gdLst>
                <a:gd name="textAreaLeft" fmla="*/ 0 w 12189960"/>
                <a:gd name="textAreaRight" fmla="*/ 12192120 w 12189960"/>
                <a:gd name="textAreaTop" fmla="*/ 0 h 477720"/>
                <a:gd name="textAreaBottom" fmla="*/ 479880 h 477720"/>
              </a:gdLst>
              <a:ahLst/>
              <a:cxnLst/>
              <a:rect l="textAreaLeft" t="textAreaTop" r="textAreaRight" b="textAreaBottom"/>
              <a:pathLst>
                <a:path w="12192000" h="480059">
                  <a:moveTo>
                    <a:pt x="12191758" y="0"/>
                  </a:moveTo>
                  <a:lnTo>
                    <a:pt x="0" y="12"/>
                  </a:lnTo>
                  <a:lnTo>
                    <a:pt x="0" y="479894"/>
                  </a:lnTo>
                  <a:lnTo>
                    <a:pt x="12191758" y="479894"/>
                  </a:lnTo>
                  <a:lnTo>
                    <a:pt x="12191758" y="0"/>
                  </a:lnTo>
                  <a:close/>
                </a:path>
              </a:pathLst>
            </a:custGeom>
            <a:solidFill>
              <a:srgbClr val="7F7F7F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object 5"/>
            <p:cNvSpPr/>
            <p:nvPr/>
          </p:nvSpPr>
          <p:spPr>
            <a:xfrm>
              <a:off x="0" y="6354720"/>
              <a:ext cx="12189960" cy="500760"/>
            </a:xfrm>
            <a:custGeom>
              <a:avLst/>
              <a:gdLst>
                <a:gd name="textAreaLeft" fmla="*/ 0 w 12189960"/>
                <a:gd name="textAreaRight" fmla="*/ 12192120 w 12189960"/>
                <a:gd name="textAreaTop" fmla="*/ 0 h 500760"/>
                <a:gd name="textAreaBottom" fmla="*/ 502920 h 500760"/>
              </a:gdLst>
              <a:ahLst/>
              <a:cxnLst/>
              <a:rect l="textAreaLeft" t="textAreaTop" r="textAreaRight" b="textAreaBottom"/>
              <a:pathLst>
                <a:path w="12192000" h="502920">
                  <a:moveTo>
                    <a:pt x="12191758" y="0"/>
                  </a:moveTo>
                  <a:lnTo>
                    <a:pt x="0" y="0"/>
                  </a:lnTo>
                  <a:lnTo>
                    <a:pt x="0" y="502919"/>
                  </a:lnTo>
                  <a:lnTo>
                    <a:pt x="6095885" y="502919"/>
                  </a:lnTo>
                  <a:lnTo>
                    <a:pt x="12191758" y="502919"/>
                  </a:lnTo>
                  <a:lnTo>
                    <a:pt x="12191758" y="0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493280" y="138960"/>
            <a:ext cx="8070120" cy="767520"/>
          </a:xfrm>
          <a:prstGeom prst="rect">
            <a:avLst/>
          </a:prstGeom>
          <a:noFill/>
          <a:ln w="0">
            <a:noFill/>
          </a:ln>
        </p:spPr>
        <p:txBody>
          <a:bodyPr lIns="0" tIns="110880" rIns="0" bIns="0" anchor="t">
            <a:spAutoFit/>
          </a:bodyPr>
          <a:p>
            <a:pPr marL="196848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3600" b="1" u="none" spc="-74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IMPACT</a:t>
            </a:r>
            <a:r>
              <a:rPr lang="en-US" sz="3600" b="1" u="none" spc="-249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AND</a:t>
            </a:r>
            <a:r>
              <a:rPr lang="en-US" sz="3600" b="1" u="none" spc="20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1" u="none" spc="-11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BENEFITS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8" name="object 11"/>
          <p:cNvSpPr/>
          <p:nvPr/>
        </p:nvSpPr>
        <p:spPr>
          <a:xfrm>
            <a:off x="442440" y="348480"/>
            <a:ext cx="9536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400" b="1" u="none" spc="-20" strike="noStrike">
                <a:solidFill>
                  <a:srgbClr val="0070C0"/>
                </a:solidFill>
                <a:effectLst/>
                <a:uFillTx/>
                <a:latin typeface="Rockwell"/>
              </a:rPr>
              <a:t>BLUE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ldNum" idx="20"/>
          </p:nvPr>
        </p:nvSpPr>
        <p:spPr>
          <a:xfrm>
            <a:off x="11361240" y="6422400"/>
            <a:ext cx="178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151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19"/>
              </a:spcBef>
              <a:buNone/>
              <a:tabLst>
                <a:tab pos="0" algn="l"/>
              </a:tabLst>
              <a:defRPr lang="en-US" sz="1200" b="1" u="none" spc="-51" strike="noStrike">
                <a:solidFill>
                  <a:schemeClr val="lt1"/>
                </a:solidFill>
                <a:effectLst/>
                <a:uFillTx/>
                <a:latin typeface="Courier New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19"/>
              </a:spcBef>
              <a:buNone/>
              <a:tabLst>
                <a:tab pos="0" algn="l"/>
              </a:tabLst>
            </a:pPr>
            <a:fld id="{48E86C33-00C6-403C-9A26-9173ED1E918E}" type="slidenum">
              <a:rPr lang="en-US" sz="1200" b="1" u="none" spc="-51" strike="noStrike">
                <a:solidFill>
                  <a:schemeClr val="lt1"/>
                </a:solidFill>
                <a:effectLst/>
                <a:uFillTx/>
                <a:latin typeface="Courier New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object 23"/>
          <p:cNvSpPr/>
          <p:nvPr/>
        </p:nvSpPr>
        <p:spPr>
          <a:xfrm>
            <a:off x="5106960" y="6449400"/>
            <a:ext cx="2279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1426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Microsoft Sans Serif"/>
              </a:rPr>
              <a:t>@SIH</a:t>
            </a:r>
            <a:r>
              <a:rPr lang="en-US" sz="1200" b="0" u="none" spc="-26" strike="noStrike">
                <a:solidFill>
                  <a:srgbClr val="FFFFFF"/>
                </a:solidFill>
                <a:effectLst/>
                <a:uFillTx/>
                <a:latin typeface="Microsoft Sans Serif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Microsoft Sans Serif"/>
              </a:rPr>
              <a:t>Idea</a:t>
            </a:r>
            <a:r>
              <a:rPr lang="en-US" sz="1200" b="0" u="none" spc="-26" strike="noStrike">
                <a:solidFill>
                  <a:srgbClr val="FFFFFF"/>
                </a:solidFill>
                <a:effectLst/>
                <a:uFillTx/>
                <a:latin typeface="Microsoft Sans Serif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Microsoft Sans Serif"/>
              </a:rPr>
              <a:t>submission-</a:t>
            </a:r>
            <a:r>
              <a:rPr lang="en-US" sz="1200" b="0" u="none" spc="-45" strike="noStrike">
                <a:solidFill>
                  <a:srgbClr val="FFFFFF"/>
                </a:solidFill>
                <a:effectLst/>
                <a:uFillTx/>
                <a:latin typeface="Microsoft Sans Serif"/>
              </a:rPr>
              <a:t> </a:t>
            </a:r>
            <a:r>
              <a:rPr lang="en-US" sz="1200" b="0" u="none" spc="-11" strike="noStrike">
                <a:solidFill>
                  <a:srgbClr val="FFFFFF"/>
                </a:solidFill>
                <a:effectLst/>
                <a:uFillTx/>
                <a:latin typeface="Microsoft Sans Serif"/>
              </a:rPr>
              <a:t>Template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object 12"/>
          <p:cNvSpPr/>
          <p:nvPr/>
        </p:nvSpPr>
        <p:spPr>
          <a:xfrm>
            <a:off x="534600" y="1134720"/>
            <a:ext cx="4952160" cy="12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ts val="2594"/>
              </a:lnSpc>
              <a:spcBef>
                <a:spcPts val="99"/>
              </a:spcBef>
            </a:pPr>
            <a:r>
              <a:rPr lang="en-US" sz="2200" b="1" u="heavy" spc="-31" strike="noStrike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/>
              </a:rPr>
              <a:t>Target</a:t>
            </a:r>
            <a:r>
              <a:rPr lang="en-US" sz="2200" b="1" u="heavy" spc="-85" strike="noStrike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en-US" sz="2200" b="1" u="heavy" spc="-11" strike="noStrike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/>
              </a:rPr>
              <a:t>Audience</a:t>
            </a:r>
            <a:r>
              <a:rPr lang="en-US" sz="2200" b="1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800"/>
              </a:lnSpc>
              <a:spcBef>
                <a:spcPts val="315"/>
              </a:spcBef>
            </a:pP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Trainees,</a:t>
            </a:r>
            <a:r>
              <a:rPr lang="en-US" sz="1800" b="0" u="none" spc="-6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Trainers,</a:t>
            </a:r>
            <a:r>
              <a:rPr lang="en-US" sz="1800" b="0" u="none" spc="-5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and</a:t>
            </a:r>
            <a:r>
              <a:rPr lang="en-US" sz="1800" b="0" u="none" spc="-5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Leadership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at</a:t>
            </a:r>
            <a:r>
              <a:rPr lang="en-US" sz="1800" b="0" u="none" spc="-5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MoES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and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other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technical</a:t>
            </a:r>
            <a:r>
              <a:rPr lang="en-US" sz="1800" b="0" u="none" spc="-99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organizations.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00"/>
              </a:spcBef>
            </a:pPr>
            <a:r>
              <a:rPr lang="en-US" sz="2200" b="1" u="heavy" spc="-11" strike="noStrike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/>
              </a:rPr>
              <a:t>Impact</a:t>
            </a:r>
            <a:r>
              <a:rPr lang="en-US" sz="2200" b="1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object 13"/>
          <p:cNvSpPr/>
          <p:nvPr/>
        </p:nvSpPr>
        <p:spPr>
          <a:xfrm>
            <a:off x="534600" y="2530440"/>
            <a:ext cx="10512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4040" rIns="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lang="en-US" sz="800" b="0" u="none" spc="-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●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object 14"/>
          <p:cNvSpPr/>
          <p:nvPr/>
        </p:nvSpPr>
        <p:spPr>
          <a:xfrm>
            <a:off x="534600" y="3042360"/>
            <a:ext cx="10512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4040" rIns="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lang="en-US" sz="800" b="0" u="none" spc="-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●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object 15"/>
          <p:cNvSpPr/>
          <p:nvPr/>
        </p:nvSpPr>
        <p:spPr>
          <a:xfrm>
            <a:off x="534600" y="3554280"/>
            <a:ext cx="10512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4040" rIns="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lang="en-US" sz="800" b="0" u="none" spc="-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●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object 16"/>
          <p:cNvSpPr/>
          <p:nvPr/>
        </p:nvSpPr>
        <p:spPr>
          <a:xfrm>
            <a:off x="750600" y="2421720"/>
            <a:ext cx="6175080" cy="13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8320" rIns="0" bIns="0" anchor="t">
            <a:spAutoFit/>
          </a:bodyPr>
          <a:p>
            <a:pPr marL="12600">
              <a:lnSpc>
                <a:spcPts val="1800"/>
              </a:lnSpc>
              <a:spcBef>
                <a:spcPts val="459"/>
              </a:spcBef>
            </a:pPr>
            <a:r>
              <a:rPr lang="en-US" sz="1800" b="0" u="none" spc="-2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Transforms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2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passive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video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consumption</a:t>
            </a:r>
            <a:r>
              <a:rPr lang="en-US" sz="1800" b="0" u="none" spc="-4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into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2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active,</a:t>
            </a:r>
            <a:r>
              <a:rPr lang="en-US" sz="1800" b="0" u="none" spc="-4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measurable competency</a:t>
            </a:r>
            <a:r>
              <a:rPr lang="en-US" sz="1800" b="0" u="none" spc="-5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building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by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tracking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true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understanding.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800"/>
              </a:lnSpc>
              <a:spcBef>
                <a:spcPts val="431"/>
              </a:spcBef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Eliminates</a:t>
            </a:r>
            <a:r>
              <a:rPr lang="en-US" sz="1800" b="0" u="none" spc="-6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blind</a:t>
            </a:r>
            <a:r>
              <a:rPr lang="en-US" sz="1800" b="0" u="none" spc="-6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spots</a:t>
            </a:r>
            <a:r>
              <a:rPr lang="en-US" sz="1800" b="0" u="none" spc="-6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for</a:t>
            </a:r>
            <a:r>
              <a:rPr lang="en-US" sz="1800" b="0" u="none" spc="-6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trainers</a:t>
            </a:r>
            <a:r>
              <a:rPr lang="en-US" sz="1800" b="0" u="none" spc="-6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by</a:t>
            </a:r>
            <a:r>
              <a:rPr lang="en-US" sz="1800" b="0" u="none" spc="-54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visually</a:t>
            </a:r>
            <a:r>
              <a:rPr lang="en-US" sz="1800" b="0" u="none" spc="-6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highlighting</a:t>
            </a:r>
            <a:r>
              <a:rPr lang="en-US" sz="1800" b="0" u="none" spc="-6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</a:t>
            </a:r>
            <a:r>
              <a:rPr lang="en-US" sz="1800" b="0" u="none" spc="-54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exact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minutes</a:t>
            </a:r>
            <a:r>
              <a:rPr lang="en-US" sz="1800" b="0" u="none" spc="-5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where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learners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struggle.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1"/>
              </a:spcBef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Captures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</a:t>
            </a:r>
            <a:r>
              <a:rPr lang="en-US" sz="1800" b="0" u="none" spc="-4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nuanced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expertise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of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retiring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senior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staff</a:t>
            </a:r>
            <a:r>
              <a:rPr lang="en-US" sz="1800" b="0" u="none" spc="-5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and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turns</a:t>
            </a:r>
            <a:r>
              <a:rPr lang="en-US" sz="1800" b="0" u="none" spc="-4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26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object 17"/>
          <p:cNvSpPr/>
          <p:nvPr/>
        </p:nvSpPr>
        <p:spPr>
          <a:xfrm>
            <a:off x="452520" y="3651840"/>
            <a:ext cx="3831480" cy="6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4920" rIns="0" bIns="0" anchor="t">
            <a:spAutoFit/>
          </a:bodyPr>
          <a:p>
            <a:pPr marL="310680">
              <a:lnSpc>
                <a:spcPct val="100000"/>
              </a:lnSpc>
              <a:spcBef>
                <a:spcPts val="275"/>
              </a:spcBef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into</a:t>
            </a:r>
            <a:r>
              <a:rPr lang="en-US" sz="1800" b="0" u="none" spc="-34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</a:t>
            </a:r>
            <a:r>
              <a:rPr lang="en-US" sz="1800" b="0" u="none" spc="-3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permanent,</a:t>
            </a:r>
            <a:r>
              <a:rPr lang="en-US" sz="1800" b="0" u="none" spc="-3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searchable</a:t>
            </a:r>
            <a:r>
              <a:rPr lang="en-US" sz="1800" b="0" u="none" spc="-34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database.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15"/>
              </a:spcBef>
            </a:pPr>
            <a:r>
              <a:rPr lang="en-US" sz="2200" b="1" u="heavy" spc="-11" strike="noStrike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/>
              </a:rPr>
              <a:t>Benefits</a:t>
            </a:r>
            <a:r>
              <a:rPr lang="en-US" sz="2200" b="1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object 18"/>
          <p:cNvSpPr/>
          <p:nvPr/>
        </p:nvSpPr>
        <p:spPr>
          <a:xfrm>
            <a:off x="452520" y="4506840"/>
            <a:ext cx="10512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4040" rIns="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lang="en-US" sz="800" b="0" u="none" spc="-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●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object 19"/>
          <p:cNvSpPr/>
          <p:nvPr/>
        </p:nvSpPr>
        <p:spPr>
          <a:xfrm>
            <a:off x="668520" y="4398120"/>
            <a:ext cx="4642200" cy="155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8320" rIns="0" bIns="0" anchor="t">
            <a:spAutoFit/>
          </a:bodyPr>
          <a:p>
            <a:pPr marL="12600">
              <a:lnSpc>
                <a:spcPts val="1800"/>
              </a:lnSpc>
              <a:spcBef>
                <a:spcPts val="459"/>
              </a:spcBef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Instant</a:t>
            </a:r>
            <a:r>
              <a:rPr lang="en-US" sz="1800" b="0" u="none" spc="-54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unblocking</a:t>
            </a:r>
            <a:r>
              <a:rPr lang="en-US" sz="1800" b="0" u="none" spc="-5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of</a:t>
            </a:r>
            <a:r>
              <a:rPr lang="en-US" sz="1800" b="0" u="none" spc="-5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learners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via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Peer</a:t>
            </a:r>
            <a:r>
              <a:rPr lang="en-US" sz="1800" b="0" u="none" spc="-54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Rescue</a:t>
            </a:r>
            <a:r>
              <a:rPr lang="en-US" sz="1800" b="0" u="none" spc="-4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26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and </a:t>
            </a:r>
            <a:r>
              <a:rPr lang="en-US" sz="1800" b="0" u="none" spc="-2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Intelligent</a:t>
            </a:r>
            <a:r>
              <a:rPr lang="en-US" sz="1800" b="0" u="none" spc="-6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2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Q&amp;A.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800"/>
              </a:lnSpc>
              <a:spcBef>
                <a:spcPts val="431"/>
              </a:spcBef>
            </a:pP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Automated,</a:t>
            </a:r>
            <a:r>
              <a:rPr lang="en-US" sz="1800" b="0" u="none" spc="-65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2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AI-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driven</a:t>
            </a:r>
            <a:r>
              <a:rPr lang="en-US" sz="1800" b="0" u="none" spc="-6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curriculum</a:t>
            </a:r>
            <a:r>
              <a:rPr lang="en-US" sz="1800" b="0" u="none" spc="-54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feedback</a:t>
            </a:r>
            <a:r>
              <a:rPr lang="en-US" sz="1800" b="0" u="none" spc="-6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saves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trainers</a:t>
            </a:r>
            <a:r>
              <a:rPr lang="en-US" sz="1800" b="0" u="none" spc="-4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hours</a:t>
            </a:r>
            <a:r>
              <a:rPr lang="en-US" sz="1800" b="0" u="none" spc="-34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of</a:t>
            </a:r>
            <a:r>
              <a:rPr lang="en-US" sz="1800" b="0" u="none" spc="-4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manual</a:t>
            </a:r>
            <a:r>
              <a:rPr lang="en-US" sz="1800" b="0" u="none" spc="-4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review.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800"/>
              </a:lnSpc>
              <a:spcBef>
                <a:spcPts val="431"/>
              </a:spcBef>
            </a:pPr>
            <a:r>
              <a:rPr lang="en-US" sz="1800" b="0" u="none" spc="-3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Cost-effective,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2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open-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source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architecture</a:t>
            </a:r>
            <a:r>
              <a:rPr lang="en-US" sz="1800" b="0" u="none" spc="6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20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with </a:t>
            </a:r>
            <a:r>
              <a:rPr lang="en-US" sz="1800" b="0" u="none" spc="-34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offline-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first</a:t>
            </a:r>
            <a:r>
              <a:rPr lang="en-US" sz="1800" b="0" u="none" spc="-9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capabilities</a:t>
            </a:r>
            <a:r>
              <a:rPr lang="en-US" sz="1800" b="0" u="none" spc="-7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for</a:t>
            </a:r>
            <a:r>
              <a:rPr lang="en-US" sz="1800" b="0" u="none" spc="-74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remote</a:t>
            </a:r>
            <a:r>
              <a:rPr lang="en-US" sz="1800" b="0" u="none" spc="-7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00" b="0" u="none" spc="-11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object 20"/>
          <p:cNvSpPr/>
          <p:nvPr/>
        </p:nvSpPr>
        <p:spPr>
          <a:xfrm>
            <a:off x="452520" y="5018760"/>
            <a:ext cx="10512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4040" rIns="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lang="en-US" sz="800" b="0" u="none" spc="-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●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object 21"/>
          <p:cNvSpPr/>
          <p:nvPr/>
        </p:nvSpPr>
        <p:spPr>
          <a:xfrm>
            <a:off x="452520" y="5530680"/>
            <a:ext cx="10512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4040" rIns="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lang="en-US" sz="800" b="0" u="none" spc="-51" strike="noStrike">
                <a:solidFill>
                  <a:srgbClr val="000000"/>
                </a:solidFill>
                <a:effectLst/>
                <a:uFillTx/>
                <a:latin typeface="Lucida Sans Unicode"/>
              </a:rPr>
              <a:t>●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Picture 5"/>
          <p:cNvPicPr/>
          <p:nvPr/>
        </p:nvPicPr>
        <p:blipFill>
          <a:blip r:embed="rId2"/>
          <a:stretch/>
        </p:blipFill>
        <p:spPr>
          <a:xfrm>
            <a:off x="9780480" y="1440"/>
            <a:ext cx="2248200" cy="106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493280" y="138960"/>
            <a:ext cx="8070120" cy="767520"/>
          </a:xfrm>
          <a:prstGeom prst="rect">
            <a:avLst/>
          </a:prstGeom>
          <a:noFill/>
          <a:ln w="0">
            <a:noFill/>
          </a:ln>
        </p:spPr>
        <p:txBody>
          <a:bodyPr lIns="0" tIns="110520" rIns="0" bIns="0" anchor="t">
            <a:spAutoFit/>
          </a:bodyPr>
          <a:p>
            <a:pPr marL="11412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RESEARCH</a:t>
            </a:r>
            <a:r>
              <a:rPr lang="en-US" sz="3600" b="1" u="none" spc="655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AND</a:t>
            </a:r>
            <a:r>
              <a:rPr lang="en-US" sz="3600" b="1" u="none" spc="-20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1" u="none" spc="-11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REFERENCES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3" name="object 3"/>
          <p:cNvSpPr/>
          <p:nvPr/>
        </p:nvSpPr>
        <p:spPr>
          <a:xfrm>
            <a:off x="686520" y="2827440"/>
            <a:ext cx="81849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ldNum" idx="21"/>
          </p:nvPr>
        </p:nvSpPr>
        <p:spPr>
          <a:xfrm>
            <a:off x="11361240" y="6422400"/>
            <a:ext cx="178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15120" rIns="0" bIns="0" anchor="t">
            <a:spAutoFit/>
          </a:bodyPr>
          <a:lstStyle>
            <a:lvl1pPr marL="38160" indent="0" algn="l">
              <a:lnSpc>
                <a:spcPct val="100000"/>
              </a:lnSpc>
              <a:spcBef>
                <a:spcPts val="119"/>
              </a:spcBef>
              <a:buNone/>
              <a:tabLst>
                <a:tab pos="0" algn="l"/>
              </a:tabLst>
              <a:defRPr lang="en-US" sz="1200" b="1" u="none" spc="-51" strike="noStrike">
                <a:solidFill>
                  <a:schemeClr val="lt1"/>
                </a:solidFill>
                <a:effectLst/>
                <a:uFillTx/>
                <a:latin typeface="Courier New"/>
              </a:defRPr>
            </a:lvl1pPr>
          </a:lstStyle>
          <a:p>
            <a:pPr marL="38160" indent="0" algn="l">
              <a:lnSpc>
                <a:spcPct val="100000"/>
              </a:lnSpc>
              <a:spcBef>
                <a:spcPts val="119"/>
              </a:spcBef>
              <a:buNone/>
              <a:tabLst>
                <a:tab pos="0" algn="l"/>
              </a:tabLst>
            </a:pPr>
            <a:fld id="{2B16302E-8BBF-4FCF-8242-BC5B2CA82A2E}" type="slidenum">
              <a:rPr lang="en-US" sz="1200" b="1" u="none" spc="-51" strike="noStrike">
                <a:solidFill>
                  <a:schemeClr val="lt1"/>
                </a:solidFill>
                <a:effectLst/>
                <a:uFillTx/>
                <a:latin typeface="Courier New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object 8"/>
          <p:cNvSpPr/>
          <p:nvPr/>
        </p:nvSpPr>
        <p:spPr>
          <a:xfrm>
            <a:off x="5106960" y="6449400"/>
            <a:ext cx="227988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1426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Microsoft Sans Serif"/>
              </a:rPr>
              <a:t>@SIH</a:t>
            </a:r>
            <a:r>
              <a:rPr lang="en-US" sz="1200" b="0" u="none" spc="-26" strike="noStrike">
                <a:solidFill>
                  <a:srgbClr val="FFFFFF"/>
                </a:solidFill>
                <a:effectLst/>
                <a:uFillTx/>
                <a:latin typeface="Microsoft Sans Serif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Microsoft Sans Serif"/>
              </a:rPr>
              <a:t>Idea</a:t>
            </a:r>
            <a:r>
              <a:rPr lang="en-US" sz="1200" b="0" u="none" spc="-26" strike="noStrike">
                <a:solidFill>
                  <a:srgbClr val="FFFFFF"/>
                </a:solidFill>
                <a:effectLst/>
                <a:uFillTx/>
                <a:latin typeface="Microsoft Sans Serif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Microsoft Sans Serif"/>
              </a:rPr>
              <a:t>submission-</a:t>
            </a:r>
            <a:r>
              <a:rPr lang="en-US" sz="1200" b="0" u="none" spc="-45" strike="noStrike">
                <a:solidFill>
                  <a:srgbClr val="FFFFFF"/>
                </a:solidFill>
                <a:effectLst/>
                <a:uFillTx/>
                <a:latin typeface="Microsoft Sans Serif"/>
              </a:rPr>
              <a:t> </a:t>
            </a:r>
            <a:r>
              <a:rPr lang="en-US" sz="1200" b="0" u="none" spc="-11" strike="noStrike">
                <a:solidFill>
                  <a:srgbClr val="FFFFFF"/>
                </a:solidFill>
                <a:effectLst/>
                <a:uFillTx/>
                <a:latin typeface="Microsoft Sans Serif"/>
              </a:rPr>
              <a:t>Template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object 1"/>
          <p:cNvSpPr/>
          <p:nvPr/>
        </p:nvSpPr>
        <p:spPr>
          <a:xfrm>
            <a:off x="537840" y="457200"/>
            <a:ext cx="9536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400" b="1" u="none" spc="-20" strike="noStrike">
                <a:solidFill>
                  <a:srgbClr val="0070C0"/>
                </a:solidFill>
                <a:effectLst/>
                <a:uFillTx/>
                <a:latin typeface="Rockwell"/>
              </a:rPr>
              <a:t>BLUE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Picture 6"/>
          <p:cNvPicPr/>
          <p:nvPr/>
        </p:nvPicPr>
        <p:blipFill>
          <a:blip r:embed="rId1"/>
          <a:stretch/>
        </p:blipFill>
        <p:spPr>
          <a:xfrm>
            <a:off x="9780480" y="1440"/>
            <a:ext cx="2248200" cy="106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"/>
          <p:cNvSpPr/>
          <p:nvPr/>
        </p:nvSpPr>
        <p:spPr>
          <a:xfrm>
            <a:off x="685800" y="1600200"/>
            <a:ext cx="778176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Designing capacity-building in e-learning expertise: challenges and strategies:</a:t>
            </a:r>
            <a:r>
              <a:rPr lang="en-US" sz="1600" b="0" u="sng" strike="noStrike">
                <a:solidFill>
                  <a:srgbClr val="5983B0"/>
                </a:solidFill>
                <a:effectLst/>
                <a:uFillTx/>
                <a:latin typeface="Arial"/>
              </a:rPr>
              <a:t>https://oro.open.ac.uk/12571/1/Capacity_Building_v1b.pdf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685800" y="4177080"/>
            <a:ext cx="9422640" cy="76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Study of Competency Mapping as a Tool for Knowledge Management:</a:t>
            </a:r>
            <a:r>
              <a:rPr lang="en-US" sz="1600" b="0" u="sng" strike="noStrike">
                <a:solidFill>
                  <a:srgbClr val="5983B0"/>
                </a:solidFill>
                <a:effectLst/>
                <a:uFillTx/>
                <a:latin typeface="Arial"/>
              </a:rPr>
              <a:t>https://www.researchgate.net/publication/374158094_A_STUDY_OF_COMPETENCY_MAPPING_AS_A_TOOL_FOR_KNOWLEDGE_MANAGEMENT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685800" y="2286000"/>
            <a:ext cx="9378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Learning Analytics Model for Competency Mapping in Technical Education:</a:t>
            </a:r>
            <a:r>
              <a:rPr lang="en-US" sz="1600" b="0" u="sng" strike="noStrike">
                <a:solidFill>
                  <a:srgbClr val="5983B0"/>
                </a:solidFill>
                <a:effectLst/>
                <a:uFillTx/>
                <a:latin typeface="Arial"/>
              </a:rPr>
              <a:t>https://www.researchgate.net/publication/396774373_A_LEARNING_ANALYTICS_MODEL_FOR_COMPETENCY_MAPPING_IN_ENGINEERING_EDUCATION_AN_EMPIRICAL_STUDY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686520" y="3200400"/>
            <a:ext cx="9514080" cy="76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Cloud-Based Learning Management Systems: Adoption, Outcomes, and Scalability:</a:t>
            </a:r>
            <a:r>
              <a:rPr lang="en-US" sz="1600" b="0" u="sng" strike="noStrike">
                <a:solidFill>
                  <a:srgbClr val="5983B0"/>
                </a:solidFill>
                <a:effectLst/>
                <a:uFillTx/>
                <a:latin typeface="Arial"/>
              </a:rPr>
              <a:t>https://www.researchgate.net/publication/399792196_Cloud-Based_Learning_Management_Systems_Adoption_and_Outcomes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685800" y="4944600"/>
            <a:ext cx="718128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IEEE Standard for Learning Technology — Experience API (xAPI) for Analytics:</a:t>
            </a:r>
            <a:r>
              <a:rPr lang="en-US" sz="1600" b="0" u="sng" strike="noStrike">
                <a:solidFill>
                  <a:srgbClr val="5983B0"/>
                </a:solidFill>
                <a:effectLst/>
                <a:uFillTx/>
                <a:latin typeface="Arial"/>
              </a:rPr>
              <a:t>https://standards.ieee.org/ieee/9274.1.1/7350/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685800" y="5486400"/>
            <a:ext cx="728568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WebSocket Protocol (RFC 6455) for real-time peer communication architecture:</a:t>
            </a:r>
            <a:r>
              <a:rPr lang="en-US" sz="1600" b="0" u="sng" strike="noStrike">
                <a:solidFill>
                  <a:srgbClr val="5983B0"/>
                </a:solidFill>
                <a:effectLst/>
                <a:uFillTx/>
                <a:latin typeface="Arial"/>
              </a:rPr>
              <a:t>https://datatracker.ietf.org/doc/html/rfc6455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</TotalTime>
  <Application>LibreOffice/26.2.5.2$Linux_X86_64 LibreOffice_project/620$Build-2</Application>
  <AppVersion>15.0000</AppVersion>
  <Words>558</Words>
  <Paragraphs>98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2026-09-14T18:09:21Z</dcterms:created>
  <dc:creator>Crowdfunder</dc:creator>
  <dc:description/>
  <dc:language>en-US</dc:language>
  <cp:lastModifiedBy/>
  <cp:lastPrinted>2026-09-15T21:41:35Z</cp:lastPrinted>
  <dcterms:modified xsi:type="dcterms:W3CDTF">2026-09-15T21:46:54Z</dcterms:modified>
  <cp:revision>28</cp:revision>
  <dc:subject/>
  <dc:title>Investor Pitch Deck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2026-09-14T00:00:00Z</vt:filetime>
  </property>
  <property fmtid="{D5CDD505-2E9C-101B-9397-08002B2CF9AE}" pid="4" name="Creator">
    <vt:lpwstr>Impress</vt:lpwstr>
  </property>
  <property fmtid="{D5CDD505-2E9C-101B-9397-08002B2CF9AE}" pid="5" name="LastSaved">
    <vt:filetime>2026-09-14T00:00:00Z</vt:filetime>
  </property>
  <property fmtid="{D5CDD505-2E9C-101B-9397-08002B2CF9AE}" pid="6" name="Notes">
    <vt:i4>2</vt:i4>
  </property>
  <property fmtid="{D5CDD505-2E9C-101B-9397-08002B2CF9AE}" pid="7" name="PresentationFormat">
    <vt:lpwstr>Widescreen</vt:lpwstr>
  </property>
  <property fmtid="{D5CDD505-2E9C-101B-9397-08002B2CF9AE}" pid="8" name="Producer">
    <vt:lpwstr>LibreOffice 26.2.5.2 (X86_64)</vt:lpwstr>
  </property>
  <property fmtid="{D5CDD505-2E9C-101B-9397-08002B2CF9AE}" pid="9" name="Slides">
    <vt:i4>6</vt:i4>
  </property>
</Properties>
</file>